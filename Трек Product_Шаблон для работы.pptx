
<file path=[Content_Types].xml><?xml version="1.0" encoding="utf-8"?>
<Types xmlns="http://schemas.openxmlformats.org/package/2006/content-types">
  <Default Extension="svg" ContentType="image/svg+xml"/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12192000" cy="6858000"/>
  <p:defaultTextStyle>
    <a:defPPr>
      <a:defRPr lang="ru-RU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 snapToObjects="1">
      <p:cViewPr varScale="1">
        <p:scale>
          <a:sx n="114" d="100"/>
          <a:sy n="114" d="100"/>
        </p:scale>
        <p:origin x="176" y="496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media1.sv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media2.sv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итульный слайд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Полилиния 16"/>
          <p:cNvSpPr/>
          <p:nvPr/>
        </p:nvSpPr>
        <p:spPr bwMode="auto">
          <a:xfrm>
            <a:off x="3066460" y="0"/>
            <a:ext cx="9141306" cy="6857984"/>
          </a:xfrm>
          <a:custGeom>
            <a:avLst/>
            <a:gdLst>
              <a:gd name="connsiteX0" fmla="*/ 0 w 9141306"/>
              <a:gd name="connsiteY0" fmla="*/ 0 h 6857984"/>
              <a:gd name="connsiteX1" fmla="*/ 2220627 w 9141306"/>
              <a:gd name="connsiteY1" fmla="*/ 0 h 6857984"/>
              <a:gd name="connsiteX2" fmla="*/ 2227664 w 9141306"/>
              <a:gd name="connsiteY2" fmla="*/ 71102 h 6857984"/>
              <a:gd name="connsiteX3" fmla="*/ 5269599 w 9141306"/>
              <a:gd name="connsiteY3" fmla="*/ 4980435 h 6857984"/>
              <a:gd name="connsiteX4" fmla="*/ 5269599 w 9141306"/>
              <a:gd name="connsiteY4" fmla="*/ 0 h 6857984"/>
              <a:gd name="connsiteX5" fmla="*/ 7482942 w 9141306"/>
              <a:gd name="connsiteY5" fmla="*/ 0 h 6857984"/>
              <a:gd name="connsiteX6" fmla="*/ 7482942 w 9141306"/>
              <a:gd name="connsiteY6" fmla="*/ 2561872 h 6857984"/>
              <a:gd name="connsiteX7" fmla="*/ 9008436 w 9141306"/>
              <a:gd name="connsiteY7" fmla="*/ 1827258 h 6857984"/>
              <a:gd name="connsiteX8" fmla="*/ 9141306 w 9141306"/>
              <a:gd name="connsiteY8" fmla="*/ 1710545 h 6857984"/>
              <a:gd name="connsiteX9" fmla="*/ 9141306 w 9141306"/>
              <a:gd name="connsiteY9" fmla="*/ 5220992 h 6857984"/>
              <a:gd name="connsiteX10" fmla="*/ 9053277 w 9141306"/>
              <a:gd name="connsiteY10" fmla="*/ 5161765 h 6857984"/>
              <a:gd name="connsiteX11" fmla="*/ 7482942 w 9141306"/>
              <a:gd name="connsiteY11" fmla="*/ 4623280 h 6857984"/>
              <a:gd name="connsiteX12" fmla="*/ 7482942 w 9141306"/>
              <a:gd name="connsiteY12" fmla="*/ 6857984 h 6857984"/>
              <a:gd name="connsiteX13" fmla="*/ 3958880 w 9141306"/>
              <a:gd name="connsiteY13" fmla="*/ 6857984 h 6857984"/>
              <a:gd name="connsiteX14" fmla="*/ 3937392 w 9141306"/>
              <a:gd name="connsiteY14" fmla="*/ 6847097 h 6857984"/>
              <a:gd name="connsiteX15" fmla="*/ 53599 w 9141306"/>
              <a:gd name="connsiteY15" fmla="*/ 394338 h 6857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141306" h="6857984" fill="norm" stroke="1" extrusionOk="0">
                <a:moveTo>
                  <a:pt x="0" y="0"/>
                </a:moveTo>
                <a:lnTo>
                  <a:pt x="2220627" y="0"/>
                </a:lnTo>
                <a:lnTo>
                  <a:pt x="2227664" y="71102"/>
                </a:lnTo>
                <a:cubicBezTo>
                  <a:pt x="2553673" y="2682585"/>
                  <a:pt x="3819226" y="4693753"/>
                  <a:pt x="5269599" y="4980435"/>
                </a:cubicBezTo>
                <a:lnTo>
                  <a:pt x="5269599" y="0"/>
                </a:lnTo>
                <a:lnTo>
                  <a:pt x="7482942" y="0"/>
                </a:lnTo>
                <a:lnTo>
                  <a:pt x="7482942" y="2561872"/>
                </a:lnTo>
                <a:cubicBezTo>
                  <a:pt x="8043875" y="2462017"/>
                  <a:pt x="8561096" y="2193961"/>
                  <a:pt x="9008436" y="1827258"/>
                </a:cubicBezTo>
                <a:lnTo>
                  <a:pt x="9141306" y="1710545"/>
                </a:lnTo>
                <a:lnTo>
                  <a:pt x="9141306" y="5220992"/>
                </a:lnTo>
                <a:lnTo>
                  <a:pt x="9053277" y="5161765"/>
                </a:lnTo>
                <a:cubicBezTo>
                  <a:pt x="8633864" y="4904410"/>
                  <a:pt x="8120266" y="4711796"/>
                  <a:pt x="7482942" y="4623280"/>
                </a:cubicBezTo>
                <a:lnTo>
                  <a:pt x="7482942" y="6857984"/>
                </a:lnTo>
                <a:lnTo>
                  <a:pt x="3958880" y="6857984"/>
                </a:lnTo>
                <a:lnTo>
                  <a:pt x="3937392" y="6847097"/>
                </a:lnTo>
                <a:cubicBezTo>
                  <a:pt x="1772771" y="5668291"/>
                  <a:pt x="481691" y="3223920"/>
                  <a:pt x="53599" y="394338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7" name="Текст 34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658813" y="4686052"/>
            <a:ext cx="10224000" cy="276999"/>
          </a:xfrm>
          <a:prstGeom prst="rect">
            <a:avLst/>
          </a:prstGeom>
        </p:spPr>
        <p:txBody>
          <a:bodyPr lIns="36000" bIns="36000" anchor="b">
            <a:no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подзаголовок — раскройте детали вашей темы</a:t>
            </a:r>
            <a:endParaRPr/>
          </a:p>
        </p:txBody>
      </p:sp>
      <p:sp>
        <p:nvSpPr>
          <p:cNvPr id="9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22261" y="3806436"/>
            <a:ext cx="10220325" cy="609398"/>
          </a:xfrm>
          <a:prstGeom prst="rect">
            <a:avLst/>
          </a:prstGeom>
        </p:spPr>
        <p:txBody>
          <a:bodyPr vert="horz" wrap="square" lIns="36000" tIns="36000" rIns="36000" bIns="36000" anchor="b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/>
              <a:t>Напишите тему презентации</a:t>
            </a:r>
            <a:endParaRPr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671081" y="5510270"/>
            <a:ext cx="684000" cy="684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 bwMode="auto">
          <a:xfrm>
            <a:off x="658813" y="3177865"/>
            <a:ext cx="16127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fld id="{19A908CA-4719-4354-92D4-9F6233CDF65F}" type="datetime1">
              <a:rPr lang="ru-RU" sz="2000">
                <a:solidFill>
                  <a:schemeClr val="tx1"/>
                </a:solidFill>
              </a:rPr>
              <a:t>10.11.2025</a:t>
            </a:fld>
            <a:endParaRPr lang="ru-RU" sz="2000">
              <a:solidFill>
                <a:schemeClr val="tx1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Заголовок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 hasCustomPrompt="1"/>
          </p:nvPr>
        </p:nvSpPr>
        <p:spPr bwMode="auto"/>
        <p:txBody>
          <a:bodyPr vert="horz" lIns="36000" tIns="36000" rIns="36000" bIns="36000" rtlCol="0" anchor="t">
            <a:noAutofit/>
          </a:bodyPr>
          <a:lstStyle>
            <a:lvl1pPr>
              <a:defRPr lang="ru-RU" sz="2800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ru-RU"/>
              <a:t>Заголовок – главная мысль слайда </a:t>
            </a:r>
            <a:endParaRPr/>
          </a:p>
        </p:txBody>
      </p:sp>
      <p:sp>
        <p:nvSpPr>
          <p:cNvPr id="5" name="Текст 19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77333" y="6368902"/>
            <a:ext cx="10855853" cy="321118"/>
          </a:xfrm>
          <a:prstGeom prst="rect">
            <a:avLst/>
          </a:prstGeom>
        </p:spPr>
        <p:txBody>
          <a:bodyPr vert="horz" lIns="36000" tIns="36000" rIns="36000" bIns="36000" anchor="b"/>
          <a:lstStyle>
            <a:lvl1pPr marL="0" indent="0" algn="l" defTabSz="457200">
              <a:spcBef>
                <a:spcPts val="200"/>
              </a:spcBef>
              <a:buFont typeface="Arial"/>
              <a:buNone/>
              <a:defRPr lang="ru-RU" sz="900" i="1">
                <a:solidFill>
                  <a:srgbClr val="7F7F7F"/>
                </a:solidFill>
              </a:defRPr>
            </a:lvl1pPr>
            <a:lvl2pPr>
              <a:defRPr lang="ru-RU"/>
            </a:lvl2pPr>
            <a:lvl3pPr>
              <a:defRPr lang="ru-RU"/>
            </a:lvl3pPr>
            <a:lvl4pPr>
              <a:defRPr lang="ru-RU"/>
            </a:lvl4pPr>
            <a:lvl5pPr>
              <a:defRPr lang="ru-RU"/>
            </a:lvl5pPr>
          </a:lstStyle>
          <a:p>
            <a:pPr marL="0" lvl="0" indent="0" algn="l" defTabSz="457200">
              <a:spcBef>
                <a:spcPts val="100"/>
              </a:spcBef>
              <a:buFont typeface="Arial"/>
              <a:buNone/>
              <a:defRPr/>
            </a:pPr>
            <a:r>
              <a:rPr lang="ru-RU"/>
              <a:t>Примечания</a:t>
            </a:r>
            <a:r>
              <a:rPr lang="en-US"/>
              <a:t>:</a:t>
            </a:r>
            <a:endParaRPr/>
          </a:p>
        </p:txBody>
      </p:sp>
      <p:sp>
        <p:nvSpPr>
          <p:cNvPr id="7" name="Прямоугольник 6"/>
          <p:cNvSpPr/>
          <p:nvPr userDrawn="1"/>
        </p:nvSpPr>
        <p:spPr bwMode="auto">
          <a:xfrm>
            <a:off x="11684658" y="6406351"/>
            <a:ext cx="314189" cy="246221"/>
          </a:xfrm>
          <a:prstGeom prst="rect">
            <a:avLst/>
          </a:prstGeom>
        </p:spPr>
        <p:txBody>
          <a:bodyPr wrap="none" lIns="36000" tIns="36000" rIns="36000" bIns="36000" anchor="ctr" anchorCtr="1">
            <a:sp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088333F-969B-4E2E-A6DA-00108481B495}" type="slidenum">
              <a:rPr lang="ru-RU" sz="1600" b="0" i="0" u="none" strike="noStrike" cap="none" spc="0">
                <a:ln>
                  <a:noFill/>
                </a:ln>
                <a:solidFill>
                  <a:schemeClr val="tx2"/>
                </a:solidFill>
                <a:latin typeface="SF Pro Text Light"/>
                <a:ea typeface="Arial"/>
                <a:cs typeface="Arial"/>
              </a:rPr>
              <a:t>6</a:t>
            </a:fld>
            <a:endParaRPr lang="ru-RU" sz="1600" b="0" i="0" u="none" strike="noStrike" cap="none" spc="0">
              <a:ln>
                <a:noFill/>
              </a:ln>
              <a:solidFill>
                <a:schemeClr val="tx2"/>
              </a:solidFill>
              <a:latin typeface="SF Pro Text Light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Титульный слайд раздела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" name="Рисунок 9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0" t="4670" r="3105" b="9241"/>
          <a:stretch/>
        </p:blipFill>
        <p:spPr bwMode="auto">
          <a:xfrm>
            <a:off x="6311900" y="-1"/>
            <a:ext cx="5880100" cy="6858001"/>
          </a:xfrm>
          <a:prstGeom prst="rect">
            <a:avLst/>
          </a:prstGeom>
        </p:spPr>
      </p:pic>
      <p:sp>
        <p:nvSpPr>
          <p:cNvPr id="5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03172" y="1867863"/>
            <a:ext cx="4621372" cy="1495794"/>
          </a:xfrm>
          <a:prstGeom prst="rect">
            <a:avLst/>
          </a:prstGeom>
        </p:spPr>
        <p:txBody>
          <a:bodyPr vert="horz" wrap="square" lIns="36000" tIns="36000" rIns="36000" bIns="36000" anchor="t">
            <a:spAutoFit/>
          </a:bodyPr>
          <a:lstStyle>
            <a:lvl1pPr>
              <a:defRPr sz="54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Титульный слайд раздела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99692" y="1867863"/>
            <a:ext cx="4621372" cy="1329595"/>
          </a:xfrm>
          <a:prstGeom prst="rect">
            <a:avLst/>
          </a:prstGeom>
        </p:spPr>
        <p:txBody>
          <a:bodyPr vert="horz" wrap="square" lIns="36000" tIns="36000" rIns="36000" bIns="36000" anchor="t">
            <a:spAutoFit/>
          </a:bodyPr>
          <a:lstStyle>
            <a:lvl1pPr>
              <a:defRPr sz="4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ru-RU"/>
              <a:t>Название раздела</a:t>
            </a:r>
            <a:endParaRPr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042" t="18661" r="13807" b="23447"/>
          <a:stretch/>
        </p:blipFill>
        <p:spPr bwMode="auto">
          <a:xfrm flipH="1">
            <a:off x="5757386" y="3175"/>
            <a:ext cx="8759852" cy="685482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 bwMode="auto"/>
        <p:txBody>
          <a:bodyPr/>
          <a:lstStyle/>
          <a:p>
            <a:pPr>
              <a:lnSpc>
                <a:spcPct val="90000"/>
              </a:lnSpc>
              <a:spcBef>
                <a:spcPts val="1000"/>
              </a:spcBef>
              <a:buFont typeface="Arial"/>
              <a:buNone/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30956202-0F3D-46A8-998A-7F8C3D41C4CE}" type="slidenum">
              <a:rPr lang="ru-RU"/>
              <a:t/>
            </a:fld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 bwMode="auto"/>
        <p:txBody>
          <a:bodyPr/>
          <a:lstStyle/>
          <a:p>
            <a:pPr>
              <a:defRPr/>
            </a:pPr>
            <a:fld id="{32FF4040-B015-476A-AC1A-51BBF9D79528}" type="datetimeFigureOut">
              <a:rPr lang="ru-RU"/>
              <a:t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Титульный слайд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" name="Полилиния 16"/>
          <p:cNvSpPr/>
          <p:nvPr/>
        </p:nvSpPr>
        <p:spPr bwMode="auto">
          <a:xfrm>
            <a:off x="3066460" y="0"/>
            <a:ext cx="9141306" cy="6857984"/>
          </a:xfrm>
          <a:custGeom>
            <a:avLst/>
            <a:gdLst>
              <a:gd name="connsiteX0" fmla="*/ 0 w 9141306"/>
              <a:gd name="connsiteY0" fmla="*/ 0 h 6857984"/>
              <a:gd name="connsiteX1" fmla="*/ 2220627 w 9141306"/>
              <a:gd name="connsiteY1" fmla="*/ 0 h 6857984"/>
              <a:gd name="connsiteX2" fmla="*/ 2227664 w 9141306"/>
              <a:gd name="connsiteY2" fmla="*/ 71102 h 6857984"/>
              <a:gd name="connsiteX3" fmla="*/ 5269599 w 9141306"/>
              <a:gd name="connsiteY3" fmla="*/ 4980435 h 6857984"/>
              <a:gd name="connsiteX4" fmla="*/ 5269599 w 9141306"/>
              <a:gd name="connsiteY4" fmla="*/ 0 h 6857984"/>
              <a:gd name="connsiteX5" fmla="*/ 7482942 w 9141306"/>
              <a:gd name="connsiteY5" fmla="*/ 0 h 6857984"/>
              <a:gd name="connsiteX6" fmla="*/ 7482942 w 9141306"/>
              <a:gd name="connsiteY6" fmla="*/ 2561872 h 6857984"/>
              <a:gd name="connsiteX7" fmla="*/ 9008436 w 9141306"/>
              <a:gd name="connsiteY7" fmla="*/ 1827258 h 6857984"/>
              <a:gd name="connsiteX8" fmla="*/ 9141306 w 9141306"/>
              <a:gd name="connsiteY8" fmla="*/ 1710545 h 6857984"/>
              <a:gd name="connsiteX9" fmla="*/ 9141306 w 9141306"/>
              <a:gd name="connsiteY9" fmla="*/ 5220992 h 6857984"/>
              <a:gd name="connsiteX10" fmla="*/ 9053277 w 9141306"/>
              <a:gd name="connsiteY10" fmla="*/ 5161765 h 6857984"/>
              <a:gd name="connsiteX11" fmla="*/ 7482942 w 9141306"/>
              <a:gd name="connsiteY11" fmla="*/ 4623280 h 6857984"/>
              <a:gd name="connsiteX12" fmla="*/ 7482942 w 9141306"/>
              <a:gd name="connsiteY12" fmla="*/ 6857984 h 6857984"/>
              <a:gd name="connsiteX13" fmla="*/ 3958880 w 9141306"/>
              <a:gd name="connsiteY13" fmla="*/ 6857984 h 6857984"/>
              <a:gd name="connsiteX14" fmla="*/ 3937392 w 9141306"/>
              <a:gd name="connsiteY14" fmla="*/ 6847097 h 6857984"/>
              <a:gd name="connsiteX15" fmla="*/ 53599 w 9141306"/>
              <a:gd name="connsiteY15" fmla="*/ 394338 h 68579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9141306" h="6857984" fill="norm" stroke="1" extrusionOk="0">
                <a:moveTo>
                  <a:pt x="0" y="0"/>
                </a:moveTo>
                <a:lnTo>
                  <a:pt x="2220627" y="0"/>
                </a:lnTo>
                <a:lnTo>
                  <a:pt x="2227664" y="71102"/>
                </a:lnTo>
                <a:cubicBezTo>
                  <a:pt x="2553673" y="2682585"/>
                  <a:pt x="3819226" y="4693753"/>
                  <a:pt x="5269599" y="4980435"/>
                </a:cubicBezTo>
                <a:lnTo>
                  <a:pt x="5269599" y="0"/>
                </a:lnTo>
                <a:lnTo>
                  <a:pt x="7482942" y="0"/>
                </a:lnTo>
                <a:lnTo>
                  <a:pt x="7482942" y="2561872"/>
                </a:lnTo>
                <a:cubicBezTo>
                  <a:pt x="8043875" y="2462017"/>
                  <a:pt x="8561096" y="2193961"/>
                  <a:pt x="9008436" y="1827258"/>
                </a:cubicBezTo>
                <a:lnTo>
                  <a:pt x="9141306" y="1710545"/>
                </a:lnTo>
                <a:lnTo>
                  <a:pt x="9141306" y="5220992"/>
                </a:lnTo>
                <a:lnTo>
                  <a:pt x="9053277" y="5161765"/>
                </a:lnTo>
                <a:cubicBezTo>
                  <a:pt x="8633864" y="4904410"/>
                  <a:pt x="8120266" y="4711796"/>
                  <a:pt x="7482942" y="4623280"/>
                </a:cubicBezTo>
                <a:lnTo>
                  <a:pt x="7482942" y="6857984"/>
                </a:lnTo>
                <a:lnTo>
                  <a:pt x="3958880" y="6857984"/>
                </a:lnTo>
                <a:lnTo>
                  <a:pt x="3937392" y="6847097"/>
                </a:lnTo>
                <a:cubicBezTo>
                  <a:pt x="1772771" y="5668291"/>
                  <a:pt x="481691" y="3223920"/>
                  <a:pt x="53599" y="394338"/>
                </a:cubicBezTo>
                <a:close/>
              </a:path>
            </a:pathLst>
          </a:custGeom>
          <a:solidFill>
            <a:schemeClr val="accent4"/>
          </a:solidFill>
          <a:ln w="6403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ru-RU"/>
          </a:p>
        </p:txBody>
      </p:sp>
      <p:sp>
        <p:nvSpPr>
          <p:cNvPr id="7" name="Текст 34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658813" y="3307439"/>
            <a:ext cx="10224000" cy="276999"/>
          </a:xfrm>
          <a:prstGeom prst="rect">
            <a:avLst/>
          </a:prstGeom>
        </p:spPr>
        <p:txBody>
          <a:bodyPr lIns="36000" bIns="36000" anchor="b">
            <a:sp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подзаголовок — раскройте детали вашей темы</a:t>
            </a:r>
            <a:endParaRPr/>
          </a:p>
        </p:txBody>
      </p:sp>
      <p:sp>
        <p:nvSpPr>
          <p:cNvPr id="9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22261" y="1052209"/>
            <a:ext cx="10220325" cy="1834990"/>
          </a:xfrm>
          <a:prstGeom prst="rect">
            <a:avLst/>
          </a:prstGeom>
        </p:spPr>
        <p:txBody>
          <a:bodyPr wrap="square" lIns="36000" tIns="36000" rIns="36000" bIns="36000" anchor="b">
            <a:spAutoFit/>
          </a:bodyPr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ru-RU"/>
              <a:t>Напишите тему презентации</a:t>
            </a:r>
            <a:endParaRPr/>
          </a:p>
        </p:txBody>
      </p:sp>
      <p:grpSp>
        <p:nvGrpSpPr>
          <p:cNvPr id="10" name="Группа 9"/>
          <p:cNvGrpSpPr/>
          <p:nvPr userDrawn="1"/>
        </p:nvGrpSpPr>
        <p:grpSpPr bwMode="auto">
          <a:xfrm>
            <a:off x="658071" y="5503765"/>
            <a:ext cx="697010" cy="697010"/>
            <a:chOff x="658071" y="5503765"/>
            <a:chExt cx="697010" cy="697010"/>
          </a:xfrm>
        </p:grpSpPr>
        <p:grpSp>
          <p:nvGrpSpPr>
            <p:cNvPr id="8" name="Группа 7"/>
            <p:cNvGrpSpPr/>
            <p:nvPr userDrawn="1"/>
          </p:nvGrpSpPr>
          <p:grpSpPr bwMode="auto">
            <a:xfrm>
              <a:off x="658071" y="5503765"/>
              <a:ext cx="697010" cy="697010"/>
              <a:chOff x="5619750" y="2952750"/>
              <a:chExt cx="952500" cy="952500"/>
            </a:xfrm>
          </p:grpSpPr>
          <p:sp>
            <p:nvSpPr>
              <p:cNvPr id="5" name="Полилиния 4"/>
              <p:cNvSpPr/>
              <p:nvPr/>
            </p:nvSpPr>
            <p:spPr bwMode="auto">
              <a:xfrm>
                <a:off x="5619750" y="2952750"/>
                <a:ext cx="952500" cy="952500"/>
              </a:xfrm>
              <a:custGeom>
                <a:avLst/>
                <a:gdLst>
                  <a:gd name="connsiteX0" fmla="*/ 0 w 952500"/>
                  <a:gd name="connsiteY0" fmla="*/ 457200 h 952500"/>
                  <a:gd name="connsiteX1" fmla="*/ 66955 w 952500"/>
                  <a:gd name="connsiteY1" fmla="*/ 66955 h 952500"/>
                  <a:gd name="connsiteX2" fmla="*/ 457200 w 952500"/>
                  <a:gd name="connsiteY2" fmla="*/ 0 h 952500"/>
                  <a:gd name="connsiteX3" fmla="*/ 495300 w 952500"/>
                  <a:gd name="connsiteY3" fmla="*/ 0 h 952500"/>
                  <a:gd name="connsiteX4" fmla="*/ 885545 w 952500"/>
                  <a:gd name="connsiteY4" fmla="*/ 66955 h 952500"/>
                  <a:gd name="connsiteX5" fmla="*/ 952500 w 952500"/>
                  <a:gd name="connsiteY5" fmla="*/ 457200 h 952500"/>
                  <a:gd name="connsiteX6" fmla="*/ 952500 w 952500"/>
                  <a:gd name="connsiteY6" fmla="*/ 495300 h 952500"/>
                  <a:gd name="connsiteX7" fmla="*/ 885545 w 952500"/>
                  <a:gd name="connsiteY7" fmla="*/ 885545 h 952500"/>
                  <a:gd name="connsiteX8" fmla="*/ 495300 w 952500"/>
                  <a:gd name="connsiteY8" fmla="*/ 952500 h 952500"/>
                  <a:gd name="connsiteX9" fmla="*/ 457200 w 952500"/>
                  <a:gd name="connsiteY9" fmla="*/ 952500 h 952500"/>
                  <a:gd name="connsiteX10" fmla="*/ 66955 w 952500"/>
                  <a:gd name="connsiteY10" fmla="*/ 885545 h 952500"/>
                  <a:gd name="connsiteX11" fmla="*/ 0 w 952500"/>
                  <a:gd name="connsiteY11" fmla="*/ 495300 h 952500"/>
                  <a:gd name="connsiteX12" fmla="*/ 0 w 952500"/>
                  <a:gd name="connsiteY12" fmla="*/ 457200 h 952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2500" h="952500" fill="norm" stroke="1" extrusionOk="0">
                    <a:moveTo>
                      <a:pt x="0" y="457200"/>
                    </a:moveTo>
                    <a:cubicBezTo>
                      <a:pt x="0" y="241674"/>
                      <a:pt x="0" y="133911"/>
                      <a:pt x="66955" y="66955"/>
                    </a:cubicBezTo>
                    <a:cubicBezTo>
                      <a:pt x="133911" y="0"/>
                      <a:pt x="241674" y="0"/>
                      <a:pt x="457200" y="0"/>
                    </a:cubicBezTo>
                    <a:lnTo>
                      <a:pt x="495300" y="0"/>
                    </a:lnTo>
                    <a:cubicBezTo>
                      <a:pt x="710826" y="0"/>
                      <a:pt x="818589" y="0"/>
                      <a:pt x="885545" y="66955"/>
                    </a:cubicBezTo>
                    <a:cubicBezTo>
                      <a:pt x="952500" y="133911"/>
                      <a:pt x="952500" y="241674"/>
                      <a:pt x="952500" y="457200"/>
                    </a:cubicBezTo>
                    <a:lnTo>
                      <a:pt x="952500" y="495300"/>
                    </a:lnTo>
                    <a:cubicBezTo>
                      <a:pt x="952500" y="710826"/>
                      <a:pt x="952500" y="818589"/>
                      <a:pt x="885545" y="885545"/>
                    </a:cubicBezTo>
                    <a:cubicBezTo>
                      <a:pt x="818589" y="952500"/>
                      <a:pt x="710826" y="952500"/>
                      <a:pt x="495300" y="952500"/>
                    </a:cubicBezTo>
                    <a:lnTo>
                      <a:pt x="457200" y="952500"/>
                    </a:lnTo>
                    <a:cubicBezTo>
                      <a:pt x="241674" y="952500"/>
                      <a:pt x="133911" y="952500"/>
                      <a:pt x="66955" y="885545"/>
                    </a:cubicBezTo>
                    <a:cubicBezTo>
                      <a:pt x="0" y="818589"/>
                      <a:pt x="0" y="710826"/>
                      <a:pt x="0" y="495300"/>
                    </a:cubicBezTo>
                    <a:lnTo>
                      <a:pt x="0" y="4572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" name="Полилиния 5"/>
              <p:cNvSpPr/>
              <p:nvPr/>
            </p:nvSpPr>
            <p:spPr bwMode="auto">
              <a:xfrm>
                <a:off x="5780486" y="3242471"/>
                <a:ext cx="635397" cy="396478"/>
              </a:xfrm>
              <a:custGeom>
                <a:avLst/>
                <a:gdLst>
                  <a:gd name="connsiteX0" fmla="*/ 346075 w 635397"/>
                  <a:gd name="connsiteY0" fmla="*/ 396478 h 396478"/>
                  <a:gd name="connsiteX1" fmla="*/ 0 w 635397"/>
                  <a:gd name="connsiteY1" fmla="*/ 0 h 396478"/>
                  <a:gd name="connsiteX2" fmla="*/ 108744 w 635397"/>
                  <a:gd name="connsiteY2" fmla="*/ 0 h 396478"/>
                  <a:gd name="connsiteX3" fmla="*/ 255982 w 635397"/>
                  <a:gd name="connsiteY3" fmla="*/ 274637 h 396478"/>
                  <a:gd name="connsiteX4" fmla="*/ 255982 w 635397"/>
                  <a:gd name="connsiteY4" fmla="*/ 0 h 396478"/>
                  <a:gd name="connsiteX5" fmla="*/ 358380 w 635397"/>
                  <a:gd name="connsiteY5" fmla="*/ 0 h 396478"/>
                  <a:gd name="connsiteX6" fmla="*/ 358380 w 635397"/>
                  <a:gd name="connsiteY6" fmla="*/ 156764 h 396478"/>
                  <a:gd name="connsiteX7" fmla="*/ 509185 w 635397"/>
                  <a:gd name="connsiteY7" fmla="*/ 0 h 396478"/>
                  <a:gd name="connsiteX8" fmla="*/ 611581 w 635397"/>
                  <a:gd name="connsiteY8" fmla="*/ 0 h 396478"/>
                  <a:gd name="connsiteX9" fmla="*/ 472278 w 635397"/>
                  <a:gd name="connsiteY9" fmla="*/ 197643 h 396478"/>
                  <a:gd name="connsiteX10" fmla="*/ 635398 w 635397"/>
                  <a:gd name="connsiteY10" fmla="*/ 396478 h 396478"/>
                  <a:gd name="connsiteX11" fmla="*/ 522682 w 635397"/>
                  <a:gd name="connsiteY11" fmla="*/ 396478 h 396478"/>
                  <a:gd name="connsiteX12" fmla="*/ 358380 w 635397"/>
                  <a:gd name="connsiteY12" fmla="*/ 254793 h 396478"/>
                  <a:gd name="connsiteX13" fmla="*/ 358380 w 635397"/>
                  <a:gd name="connsiteY13" fmla="*/ 396478 h 396478"/>
                  <a:gd name="connsiteX14" fmla="*/ 346075 w 635397"/>
                  <a:gd name="connsiteY14" fmla="*/ 396478 h 39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35397" h="396478" fill="norm" stroke="1" extrusionOk="0">
                    <a:moveTo>
                      <a:pt x="346075" y="396478"/>
                    </a:moveTo>
                    <a:cubicBezTo>
                      <a:pt x="128984" y="396478"/>
                      <a:pt x="5160" y="247650"/>
                      <a:pt x="0" y="0"/>
                    </a:cubicBezTo>
                    <a:lnTo>
                      <a:pt x="108744" y="0"/>
                    </a:lnTo>
                    <a:cubicBezTo>
                      <a:pt x="112316" y="181768"/>
                      <a:pt x="192483" y="258762"/>
                      <a:pt x="255982" y="274637"/>
                    </a:cubicBezTo>
                    <a:lnTo>
                      <a:pt x="255982" y="0"/>
                    </a:lnTo>
                    <a:lnTo>
                      <a:pt x="358380" y="0"/>
                    </a:lnTo>
                    <a:lnTo>
                      <a:pt x="358380" y="156764"/>
                    </a:lnTo>
                    <a:cubicBezTo>
                      <a:pt x="421086" y="150018"/>
                      <a:pt x="486959" y="78581"/>
                      <a:pt x="509185" y="0"/>
                    </a:cubicBezTo>
                    <a:lnTo>
                      <a:pt x="611581" y="0"/>
                    </a:lnTo>
                    <a:cubicBezTo>
                      <a:pt x="594515" y="96838"/>
                      <a:pt x="523078" y="168274"/>
                      <a:pt x="472278" y="197643"/>
                    </a:cubicBezTo>
                    <a:cubicBezTo>
                      <a:pt x="523078" y="221455"/>
                      <a:pt x="604441" y="283765"/>
                      <a:pt x="635398" y="396478"/>
                    </a:cubicBezTo>
                    <a:lnTo>
                      <a:pt x="522682" y="396478"/>
                    </a:lnTo>
                    <a:cubicBezTo>
                      <a:pt x="498472" y="321072"/>
                      <a:pt x="438152" y="262731"/>
                      <a:pt x="358380" y="254793"/>
                    </a:cubicBezTo>
                    <a:lnTo>
                      <a:pt x="358380" y="396478"/>
                    </a:lnTo>
                    <a:lnTo>
                      <a:pt x="346075" y="39647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15" name="Полилиния 14"/>
            <p:cNvSpPr/>
            <p:nvPr/>
          </p:nvSpPr>
          <p:spPr bwMode="auto">
            <a:xfrm>
              <a:off x="775543" y="5715464"/>
              <a:ext cx="463247" cy="290797"/>
            </a:xfrm>
            <a:custGeom>
              <a:avLst/>
              <a:gdLst>
                <a:gd name="connsiteX0" fmla="*/ 145891 w 861139"/>
                <a:gd name="connsiteY0" fmla="*/ 17950 h 540569"/>
                <a:gd name="connsiteX1" fmla="*/ 142940 w 861139"/>
                <a:gd name="connsiteY1" fmla="*/ 4425 h 540569"/>
                <a:gd name="connsiteX2" fmla="*/ 140181 w 861139"/>
                <a:gd name="connsiteY2" fmla="*/ 1853 h 540569"/>
                <a:gd name="connsiteX3" fmla="*/ 126857 w 861139"/>
                <a:gd name="connsiteY3" fmla="*/ 234 h 540569"/>
                <a:gd name="connsiteX4" fmla="*/ 17126 w 861139"/>
                <a:gd name="connsiteY4" fmla="*/ 233 h 540569"/>
                <a:gd name="connsiteX5" fmla="*/ 3612 w 861139"/>
                <a:gd name="connsiteY5" fmla="*/ 2043 h 540569"/>
                <a:gd name="connsiteX6" fmla="*/ 1043 w 861139"/>
                <a:gd name="connsiteY6" fmla="*/ 4901 h 540569"/>
                <a:gd name="connsiteX7" fmla="*/ 1043 w 861139"/>
                <a:gd name="connsiteY7" fmla="*/ 18807 h 540569"/>
                <a:gd name="connsiteX8" fmla="*/ 473369 w 861139"/>
                <a:gd name="connsiteY8" fmla="*/ 540015 h 540569"/>
                <a:gd name="connsiteX9" fmla="*/ 485741 w 861139"/>
                <a:gd name="connsiteY9" fmla="*/ 538396 h 540569"/>
                <a:gd name="connsiteX10" fmla="*/ 488216 w 861139"/>
                <a:gd name="connsiteY10" fmla="*/ 535919 h 540569"/>
                <a:gd name="connsiteX11" fmla="*/ 489929 w 861139"/>
                <a:gd name="connsiteY11" fmla="*/ 523442 h 540569"/>
                <a:gd name="connsiteX12" fmla="*/ 489929 w 861139"/>
                <a:gd name="connsiteY12" fmla="*/ 346086 h 540569"/>
                <a:gd name="connsiteX13" fmla="*/ 708819 w 861139"/>
                <a:gd name="connsiteY13" fmla="*/ 526109 h 540569"/>
                <a:gd name="connsiteX14" fmla="*/ 714053 w 861139"/>
                <a:gd name="connsiteY14" fmla="*/ 537444 h 540569"/>
                <a:gd name="connsiteX15" fmla="*/ 716623 w 861139"/>
                <a:gd name="connsiteY15" fmla="*/ 539253 h 540569"/>
                <a:gd name="connsiteX16" fmla="*/ 728329 w 861139"/>
                <a:gd name="connsiteY16" fmla="*/ 540396 h 540569"/>
                <a:gd name="connsiteX17" fmla="*/ 842532 w 861139"/>
                <a:gd name="connsiteY17" fmla="*/ 540396 h 540569"/>
                <a:gd name="connsiteX18" fmla="*/ 858140 w 861139"/>
                <a:gd name="connsiteY18" fmla="*/ 538110 h 540569"/>
                <a:gd name="connsiteX19" fmla="*/ 860615 w 861139"/>
                <a:gd name="connsiteY19" fmla="*/ 534681 h 540569"/>
                <a:gd name="connsiteX20" fmla="*/ 858045 w 861139"/>
                <a:gd name="connsiteY20" fmla="*/ 519346 h 540569"/>
                <a:gd name="connsiteX21" fmla="*/ 646007 w 861139"/>
                <a:gd name="connsiteY21" fmla="*/ 270458 h 540569"/>
                <a:gd name="connsiteX22" fmla="*/ 835395 w 861139"/>
                <a:gd name="connsiteY22" fmla="*/ 20617 h 540569"/>
                <a:gd name="connsiteX23" fmla="*/ 837013 w 861139"/>
                <a:gd name="connsiteY23" fmla="*/ 6044 h 540569"/>
                <a:gd name="connsiteX24" fmla="*/ 834538 w 861139"/>
                <a:gd name="connsiteY24" fmla="*/ 2805 h 540569"/>
                <a:gd name="connsiteX25" fmla="*/ 819692 w 861139"/>
                <a:gd name="connsiteY25" fmla="*/ 614 h 540569"/>
                <a:gd name="connsiteX26" fmla="*/ 708153 w 861139"/>
                <a:gd name="connsiteY26" fmla="*/ 614 h 540569"/>
                <a:gd name="connsiteX27" fmla="*/ 695876 w 861139"/>
                <a:gd name="connsiteY27" fmla="*/ 1948 h 540569"/>
                <a:gd name="connsiteX28" fmla="*/ 693116 w 861139"/>
                <a:gd name="connsiteY28" fmla="*/ 4043 h 540569"/>
                <a:gd name="connsiteX29" fmla="*/ 688643 w 861139"/>
                <a:gd name="connsiteY29" fmla="*/ 16521 h 540569"/>
                <a:gd name="connsiteX30" fmla="*/ 489643 w 861139"/>
                <a:gd name="connsiteY30" fmla="*/ 213784 h 540569"/>
                <a:gd name="connsiteX31" fmla="*/ 489643 w 861139"/>
                <a:gd name="connsiteY31" fmla="*/ 19569 h 540569"/>
                <a:gd name="connsiteX32" fmla="*/ 487740 w 861139"/>
                <a:gd name="connsiteY32" fmla="*/ 5282 h 540569"/>
                <a:gd name="connsiteX33" fmla="*/ 484885 w 861139"/>
                <a:gd name="connsiteY33" fmla="*/ 2424 h 540569"/>
                <a:gd name="connsiteX34" fmla="*/ 470609 w 861139"/>
                <a:gd name="connsiteY34" fmla="*/ 614 h 540569"/>
                <a:gd name="connsiteX35" fmla="*/ 368302 w 861139"/>
                <a:gd name="connsiteY35" fmla="*/ 614 h 540569"/>
                <a:gd name="connsiteX36" fmla="*/ 354122 w 861139"/>
                <a:gd name="connsiteY36" fmla="*/ 2424 h 540569"/>
                <a:gd name="connsiteX37" fmla="*/ 351267 w 861139"/>
                <a:gd name="connsiteY37" fmla="*/ 5282 h 540569"/>
                <a:gd name="connsiteX38" fmla="*/ 349363 w 861139"/>
                <a:gd name="connsiteY38" fmla="*/ 19569 h 540569"/>
                <a:gd name="connsiteX39" fmla="*/ 349363 w 861139"/>
                <a:gd name="connsiteY39" fmla="*/ 375804 h 540569"/>
                <a:gd name="connsiteX40" fmla="*/ 145891 w 861139"/>
                <a:gd name="connsiteY40" fmla="*/ 17950 h 5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861139" h="540569" fill="norm" stroke="1" extrusionOk="0">
                  <a:moveTo>
                    <a:pt x="145891" y="17950"/>
                  </a:moveTo>
                  <a:cubicBezTo>
                    <a:pt x="146101" y="13261"/>
                    <a:pt x="145084" y="8599"/>
                    <a:pt x="142940" y="4425"/>
                  </a:cubicBezTo>
                  <a:cubicBezTo>
                    <a:pt x="142190" y="3401"/>
                    <a:pt x="141254" y="2529"/>
                    <a:pt x="140181" y="1853"/>
                  </a:cubicBezTo>
                  <a:cubicBezTo>
                    <a:pt x="135948" y="192"/>
                    <a:pt x="131363" y="-365"/>
                    <a:pt x="126857" y="234"/>
                  </a:cubicBezTo>
                  <a:lnTo>
                    <a:pt x="17126" y="233"/>
                  </a:lnTo>
                  <a:cubicBezTo>
                    <a:pt x="9798" y="233"/>
                    <a:pt x="6087" y="233"/>
                    <a:pt x="3612" y="2043"/>
                  </a:cubicBezTo>
                  <a:cubicBezTo>
                    <a:pt x="2570" y="2811"/>
                    <a:pt x="1696" y="3783"/>
                    <a:pt x="1043" y="4901"/>
                  </a:cubicBezTo>
                  <a:cubicBezTo>
                    <a:pt x="-575" y="7568"/>
                    <a:pt x="-99" y="11378"/>
                    <a:pt x="1043" y="18807"/>
                  </a:cubicBezTo>
                  <a:cubicBezTo>
                    <a:pt x="58144" y="517250"/>
                    <a:pt x="345747" y="539063"/>
                    <a:pt x="473369" y="540015"/>
                  </a:cubicBezTo>
                  <a:cubicBezTo>
                    <a:pt x="480031" y="540015"/>
                    <a:pt x="482886" y="540015"/>
                    <a:pt x="485741" y="538396"/>
                  </a:cubicBezTo>
                  <a:cubicBezTo>
                    <a:pt x="486703" y="537720"/>
                    <a:pt x="487540" y="536882"/>
                    <a:pt x="488216" y="535919"/>
                  </a:cubicBezTo>
                  <a:cubicBezTo>
                    <a:pt x="489929" y="533538"/>
                    <a:pt x="489929" y="530109"/>
                    <a:pt x="489929" y="523442"/>
                  </a:cubicBezTo>
                  <a:lnTo>
                    <a:pt x="489929" y="346086"/>
                  </a:lnTo>
                  <a:cubicBezTo>
                    <a:pt x="642200" y="372566"/>
                    <a:pt x="695019" y="485723"/>
                    <a:pt x="708819" y="526109"/>
                  </a:cubicBezTo>
                  <a:cubicBezTo>
                    <a:pt x="709826" y="530186"/>
                    <a:pt x="711603" y="534034"/>
                    <a:pt x="714053" y="537444"/>
                  </a:cubicBezTo>
                  <a:cubicBezTo>
                    <a:pt x="714823" y="538162"/>
                    <a:pt x="715687" y="538771"/>
                    <a:pt x="716623" y="539253"/>
                  </a:cubicBezTo>
                  <a:cubicBezTo>
                    <a:pt x="720403" y="540443"/>
                    <a:pt x="724390" y="540832"/>
                    <a:pt x="728329" y="540396"/>
                  </a:cubicBezTo>
                  <a:lnTo>
                    <a:pt x="842532" y="540396"/>
                  </a:lnTo>
                  <a:cubicBezTo>
                    <a:pt x="851098" y="540396"/>
                    <a:pt x="855475" y="540396"/>
                    <a:pt x="858140" y="538110"/>
                  </a:cubicBezTo>
                  <a:cubicBezTo>
                    <a:pt x="859182" y="537141"/>
                    <a:pt x="860022" y="535976"/>
                    <a:pt x="860615" y="534681"/>
                  </a:cubicBezTo>
                  <a:cubicBezTo>
                    <a:pt x="861947" y="531443"/>
                    <a:pt x="860615" y="527347"/>
                    <a:pt x="858045" y="519346"/>
                  </a:cubicBezTo>
                  <a:cubicBezTo>
                    <a:pt x="792283" y="318464"/>
                    <a:pt x="646007" y="270458"/>
                    <a:pt x="646007" y="270458"/>
                  </a:cubicBezTo>
                  <a:cubicBezTo>
                    <a:pt x="738996" y="214770"/>
                    <a:pt x="806859" y="125244"/>
                    <a:pt x="835395" y="20617"/>
                  </a:cubicBezTo>
                  <a:cubicBezTo>
                    <a:pt x="837393" y="12997"/>
                    <a:pt x="838440" y="9187"/>
                    <a:pt x="837013" y="6044"/>
                  </a:cubicBezTo>
                  <a:cubicBezTo>
                    <a:pt x="836408" y="4812"/>
                    <a:pt x="835567" y="3712"/>
                    <a:pt x="834538" y="2805"/>
                  </a:cubicBezTo>
                  <a:cubicBezTo>
                    <a:pt x="831873" y="614"/>
                    <a:pt x="827781" y="614"/>
                    <a:pt x="819692" y="614"/>
                  </a:cubicBezTo>
                  <a:lnTo>
                    <a:pt x="708153" y="614"/>
                  </a:lnTo>
                  <a:cubicBezTo>
                    <a:pt x="704012" y="115"/>
                    <a:pt x="699813" y="571"/>
                    <a:pt x="695876" y="1948"/>
                  </a:cubicBezTo>
                  <a:cubicBezTo>
                    <a:pt x="694822" y="2449"/>
                    <a:pt x="693882" y="3162"/>
                    <a:pt x="693116" y="4043"/>
                  </a:cubicBezTo>
                  <a:cubicBezTo>
                    <a:pt x="690711" y="7816"/>
                    <a:pt x="689183" y="12079"/>
                    <a:pt x="688643" y="16521"/>
                  </a:cubicBezTo>
                  <a:cubicBezTo>
                    <a:pt x="664089" y="116248"/>
                    <a:pt x="556167" y="211212"/>
                    <a:pt x="489643" y="213784"/>
                  </a:cubicBezTo>
                  <a:lnTo>
                    <a:pt x="489643" y="19569"/>
                  </a:lnTo>
                  <a:cubicBezTo>
                    <a:pt x="489643" y="11854"/>
                    <a:pt x="489643" y="8044"/>
                    <a:pt x="487740" y="5282"/>
                  </a:cubicBezTo>
                  <a:cubicBezTo>
                    <a:pt x="486988" y="4148"/>
                    <a:pt x="486018" y="3176"/>
                    <a:pt x="484885" y="2424"/>
                  </a:cubicBezTo>
                  <a:cubicBezTo>
                    <a:pt x="480372" y="559"/>
                    <a:pt x="475444" y="-65"/>
                    <a:pt x="470609" y="614"/>
                  </a:cubicBezTo>
                  <a:lnTo>
                    <a:pt x="368302" y="614"/>
                  </a:lnTo>
                  <a:cubicBezTo>
                    <a:pt x="363499" y="-72"/>
                    <a:pt x="358599" y="554"/>
                    <a:pt x="354122" y="2424"/>
                  </a:cubicBezTo>
                  <a:cubicBezTo>
                    <a:pt x="352989" y="3176"/>
                    <a:pt x="352018" y="4148"/>
                    <a:pt x="351267" y="5282"/>
                  </a:cubicBezTo>
                  <a:cubicBezTo>
                    <a:pt x="349363" y="8044"/>
                    <a:pt x="349363" y="11854"/>
                    <a:pt x="349363" y="19569"/>
                  </a:cubicBezTo>
                  <a:lnTo>
                    <a:pt x="349363" y="375804"/>
                  </a:lnTo>
                  <a:cubicBezTo>
                    <a:pt x="349363" y="375804"/>
                    <a:pt x="177487" y="347134"/>
                    <a:pt x="145891" y="17950"/>
                  </a:cubicBezTo>
                </a:path>
              </a:pathLst>
            </a:custGeom>
            <a:solidFill>
              <a:schemeClr val="accent1"/>
            </a:solidFill>
            <a:ln w="9501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Титульный слайд">
    <p:bg>
      <p:bgPr shadeToTitle="0">
        <a:solidFill>
          <a:schemeClr val="accen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олилиния 4"/>
          <p:cNvSpPr/>
          <p:nvPr userDrawn="1"/>
        </p:nvSpPr>
        <p:spPr bwMode="auto">
          <a:xfrm>
            <a:off x="3500967" y="-537433"/>
            <a:ext cx="11061698" cy="7433733"/>
          </a:xfrm>
          <a:custGeom>
            <a:avLst/>
            <a:gdLst>
              <a:gd name="connsiteX0" fmla="*/ 5742627 w 9964104"/>
              <a:gd name="connsiteY0" fmla="*/ 4064433 h 7351143"/>
              <a:gd name="connsiteX1" fmla="*/ 8917727 w 9964104"/>
              <a:gd name="connsiteY1" fmla="*/ 1816039 h 7351143"/>
              <a:gd name="connsiteX2" fmla="*/ 9487304 w 9964104"/>
              <a:gd name="connsiteY2" fmla="*/ 921 h 7351143"/>
              <a:gd name="connsiteX3" fmla="*/ 9371840 w 9964104"/>
              <a:gd name="connsiteY3" fmla="*/ 921 h 7351143"/>
              <a:gd name="connsiteX4" fmla="*/ 8814251 w 9964104"/>
              <a:gd name="connsiteY4" fmla="*/ 1767385 h 7351143"/>
              <a:gd name="connsiteX5" fmla="*/ 4979194 w 9964104"/>
              <a:gd name="connsiteY5" fmla="*/ 4007486 h 7351143"/>
              <a:gd name="connsiteX6" fmla="*/ 4979194 w 9964104"/>
              <a:gd name="connsiteY6" fmla="*/ 0 h 7351143"/>
              <a:gd name="connsiteX7" fmla="*/ 4864835 w 9964104"/>
              <a:gd name="connsiteY7" fmla="*/ 0 h 7351143"/>
              <a:gd name="connsiteX8" fmla="*/ 4864835 w 9964104"/>
              <a:gd name="connsiteY8" fmla="*/ 7201128 h 7351143"/>
              <a:gd name="connsiteX9" fmla="*/ 114358 w 9964104"/>
              <a:gd name="connsiteY9" fmla="*/ 0 h 7351143"/>
              <a:gd name="connsiteX10" fmla="*/ 0 w 9964104"/>
              <a:gd name="connsiteY10" fmla="*/ 0 h 7351143"/>
              <a:gd name="connsiteX11" fmla="*/ 4922015 w 9964104"/>
              <a:gd name="connsiteY11" fmla="*/ 7316496 h 7351143"/>
              <a:gd name="connsiteX12" fmla="*/ 4980116 w 9964104"/>
              <a:gd name="connsiteY12" fmla="*/ 7316496 h 7351143"/>
              <a:gd name="connsiteX13" fmla="*/ 4980116 w 9964104"/>
              <a:gd name="connsiteY13" fmla="*/ 4122671 h 7351143"/>
              <a:gd name="connsiteX14" fmla="*/ 9118038 w 9964104"/>
              <a:gd name="connsiteY14" fmla="*/ 6185111 h 7351143"/>
              <a:gd name="connsiteX15" fmla="*/ 9837389 w 9964104"/>
              <a:gd name="connsiteY15" fmla="*/ 7351144 h 7351143"/>
              <a:gd name="connsiteX16" fmla="*/ 9964105 w 9964104"/>
              <a:gd name="connsiteY16" fmla="*/ 7351144 h 7351143"/>
              <a:gd name="connsiteX17" fmla="*/ 9211000 w 9964104"/>
              <a:gd name="connsiteY17" fmla="*/ 6118581 h 7351143"/>
              <a:gd name="connsiteX18" fmla="*/ 5743365 w 9964104"/>
              <a:gd name="connsiteY18" fmla="*/ 4064433 h 735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964104" h="7351143" fill="norm" stroke="1" extrusionOk="0">
                <a:moveTo>
                  <a:pt x="5742627" y="4064433"/>
                </a:moveTo>
                <a:cubicBezTo>
                  <a:pt x="7520712" y="3808080"/>
                  <a:pt x="8445354" y="2734564"/>
                  <a:pt x="8917727" y="1816039"/>
                </a:cubicBezTo>
                <a:cubicBezTo>
                  <a:pt x="9268180" y="1132859"/>
                  <a:pt x="9421272" y="444334"/>
                  <a:pt x="9487304" y="921"/>
                </a:cubicBezTo>
                <a:lnTo>
                  <a:pt x="9371840" y="921"/>
                </a:lnTo>
                <a:cubicBezTo>
                  <a:pt x="9305991" y="435857"/>
                  <a:pt x="9155481" y="1104478"/>
                  <a:pt x="8814251" y="1767385"/>
                </a:cubicBezTo>
                <a:cubicBezTo>
                  <a:pt x="8058011" y="3237504"/>
                  <a:pt x="6766870" y="3990531"/>
                  <a:pt x="4979194" y="4007486"/>
                </a:cubicBezTo>
                <a:lnTo>
                  <a:pt x="4979194" y="0"/>
                </a:lnTo>
                <a:lnTo>
                  <a:pt x="4864835" y="0"/>
                </a:lnTo>
                <a:lnTo>
                  <a:pt x="4864835" y="7201128"/>
                </a:lnTo>
                <a:cubicBezTo>
                  <a:pt x="1844487" y="7150631"/>
                  <a:pt x="198651" y="3079195"/>
                  <a:pt x="114358" y="0"/>
                </a:cubicBezTo>
                <a:lnTo>
                  <a:pt x="0" y="0"/>
                </a:lnTo>
                <a:cubicBezTo>
                  <a:pt x="85584" y="3146646"/>
                  <a:pt x="1790628" y="7316496"/>
                  <a:pt x="4922015" y="7316496"/>
                </a:cubicBezTo>
                <a:lnTo>
                  <a:pt x="4980116" y="7316496"/>
                </a:lnTo>
                <a:lnTo>
                  <a:pt x="4980116" y="4122671"/>
                </a:lnTo>
                <a:cubicBezTo>
                  <a:pt x="7095743" y="4143865"/>
                  <a:pt x="8397213" y="5252397"/>
                  <a:pt x="9118038" y="6185111"/>
                </a:cubicBezTo>
                <a:cubicBezTo>
                  <a:pt x="9396943" y="6548301"/>
                  <a:pt x="9637980" y="6939006"/>
                  <a:pt x="9837389" y="7351144"/>
                </a:cubicBezTo>
                <a:lnTo>
                  <a:pt x="9964105" y="7351144"/>
                </a:lnTo>
                <a:cubicBezTo>
                  <a:pt x="9757245" y="6914918"/>
                  <a:pt x="9504809" y="6501767"/>
                  <a:pt x="9211000" y="6118581"/>
                </a:cubicBezTo>
                <a:cubicBezTo>
                  <a:pt x="8565430" y="5282252"/>
                  <a:pt x="7463164" y="4306781"/>
                  <a:pt x="5743365" y="4064433"/>
                </a:cubicBezTo>
              </a:path>
            </a:pathLst>
          </a:custGeom>
          <a:solidFill>
            <a:srgbClr val="005EFF"/>
          </a:solidFill>
          <a:ln w="18433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SF Pro Text Light"/>
              <a:ea typeface="Arial"/>
              <a:cs typeface="Arial"/>
            </a:endParaRPr>
          </a:p>
        </p:txBody>
      </p:sp>
      <p:grpSp>
        <p:nvGrpSpPr>
          <p:cNvPr id="10" name="Группа 9"/>
          <p:cNvGrpSpPr/>
          <p:nvPr userDrawn="1"/>
        </p:nvGrpSpPr>
        <p:grpSpPr bwMode="auto">
          <a:xfrm>
            <a:off x="658071" y="692150"/>
            <a:ext cx="1081088" cy="1081088"/>
            <a:chOff x="658071" y="5503765"/>
            <a:chExt cx="697010" cy="697010"/>
          </a:xfrm>
        </p:grpSpPr>
        <p:grpSp>
          <p:nvGrpSpPr>
            <p:cNvPr id="8" name="Группа 7"/>
            <p:cNvGrpSpPr/>
            <p:nvPr userDrawn="1"/>
          </p:nvGrpSpPr>
          <p:grpSpPr bwMode="auto">
            <a:xfrm>
              <a:off x="658071" y="5503765"/>
              <a:ext cx="697010" cy="697010"/>
              <a:chOff x="5619750" y="2952750"/>
              <a:chExt cx="952500" cy="952500"/>
            </a:xfrm>
          </p:grpSpPr>
          <p:sp>
            <p:nvSpPr>
              <p:cNvPr id="5" name="Полилиния 4"/>
              <p:cNvSpPr/>
              <p:nvPr/>
            </p:nvSpPr>
            <p:spPr bwMode="auto">
              <a:xfrm>
                <a:off x="5619750" y="2952750"/>
                <a:ext cx="952500" cy="952500"/>
              </a:xfrm>
              <a:custGeom>
                <a:avLst/>
                <a:gdLst>
                  <a:gd name="connsiteX0" fmla="*/ 0 w 952500"/>
                  <a:gd name="connsiteY0" fmla="*/ 457200 h 952500"/>
                  <a:gd name="connsiteX1" fmla="*/ 66955 w 952500"/>
                  <a:gd name="connsiteY1" fmla="*/ 66955 h 952500"/>
                  <a:gd name="connsiteX2" fmla="*/ 457200 w 952500"/>
                  <a:gd name="connsiteY2" fmla="*/ 0 h 952500"/>
                  <a:gd name="connsiteX3" fmla="*/ 495300 w 952500"/>
                  <a:gd name="connsiteY3" fmla="*/ 0 h 952500"/>
                  <a:gd name="connsiteX4" fmla="*/ 885545 w 952500"/>
                  <a:gd name="connsiteY4" fmla="*/ 66955 h 952500"/>
                  <a:gd name="connsiteX5" fmla="*/ 952500 w 952500"/>
                  <a:gd name="connsiteY5" fmla="*/ 457200 h 952500"/>
                  <a:gd name="connsiteX6" fmla="*/ 952500 w 952500"/>
                  <a:gd name="connsiteY6" fmla="*/ 495300 h 952500"/>
                  <a:gd name="connsiteX7" fmla="*/ 885545 w 952500"/>
                  <a:gd name="connsiteY7" fmla="*/ 885545 h 952500"/>
                  <a:gd name="connsiteX8" fmla="*/ 495300 w 952500"/>
                  <a:gd name="connsiteY8" fmla="*/ 952500 h 952500"/>
                  <a:gd name="connsiteX9" fmla="*/ 457200 w 952500"/>
                  <a:gd name="connsiteY9" fmla="*/ 952500 h 952500"/>
                  <a:gd name="connsiteX10" fmla="*/ 66955 w 952500"/>
                  <a:gd name="connsiteY10" fmla="*/ 885545 h 952500"/>
                  <a:gd name="connsiteX11" fmla="*/ 0 w 952500"/>
                  <a:gd name="connsiteY11" fmla="*/ 495300 h 952500"/>
                  <a:gd name="connsiteX12" fmla="*/ 0 w 952500"/>
                  <a:gd name="connsiteY12" fmla="*/ 457200 h 952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2500" h="952500" fill="norm" stroke="1" extrusionOk="0">
                    <a:moveTo>
                      <a:pt x="0" y="457200"/>
                    </a:moveTo>
                    <a:cubicBezTo>
                      <a:pt x="0" y="241674"/>
                      <a:pt x="0" y="133911"/>
                      <a:pt x="66955" y="66955"/>
                    </a:cubicBezTo>
                    <a:cubicBezTo>
                      <a:pt x="133911" y="0"/>
                      <a:pt x="241674" y="0"/>
                      <a:pt x="457200" y="0"/>
                    </a:cubicBezTo>
                    <a:lnTo>
                      <a:pt x="495300" y="0"/>
                    </a:lnTo>
                    <a:cubicBezTo>
                      <a:pt x="710826" y="0"/>
                      <a:pt x="818589" y="0"/>
                      <a:pt x="885545" y="66955"/>
                    </a:cubicBezTo>
                    <a:cubicBezTo>
                      <a:pt x="952500" y="133911"/>
                      <a:pt x="952500" y="241674"/>
                      <a:pt x="952500" y="457200"/>
                    </a:cubicBezTo>
                    <a:lnTo>
                      <a:pt x="952500" y="495300"/>
                    </a:lnTo>
                    <a:cubicBezTo>
                      <a:pt x="952500" y="710826"/>
                      <a:pt x="952500" y="818589"/>
                      <a:pt x="885545" y="885545"/>
                    </a:cubicBezTo>
                    <a:cubicBezTo>
                      <a:pt x="818589" y="952500"/>
                      <a:pt x="710826" y="952500"/>
                      <a:pt x="495300" y="952500"/>
                    </a:cubicBezTo>
                    <a:lnTo>
                      <a:pt x="457200" y="952500"/>
                    </a:lnTo>
                    <a:cubicBezTo>
                      <a:pt x="241674" y="952500"/>
                      <a:pt x="133911" y="952500"/>
                      <a:pt x="66955" y="885545"/>
                    </a:cubicBezTo>
                    <a:cubicBezTo>
                      <a:pt x="0" y="818589"/>
                      <a:pt x="0" y="710826"/>
                      <a:pt x="0" y="495300"/>
                    </a:cubicBezTo>
                    <a:lnTo>
                      <a:pt x="0" y="4572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" name="Полилиния 5"/>
              <p:cNvSpPr/>
              <p:nvPr/>
            </p:nvSpPr>
            <p:spPr bwMode="auto">
              <a:xfrm>
                <a:off x="5780486" y="3242471"/>
                <a:ext cx="635397" cy="396478"/>
              </a:xfrm>
              <a:custGeom>
                <a:avLst/>
                <a:gdLst>
                  <a:gd name="connsiteX0" fmla="*/ 346075 w 635397"/>
                  <a:gd name="connsiteY0" fmla="*/ 396478 h 396478"/>
                  <a:gd name="connsiteX1" fmla="*/ 0 w 635397"/>
                  <a:gd name="connsiteY1" fmla="*/ 0 h 396478"/>
                  <a:gd name="connsiteX2" fmla="*/ 108744 w 635397"/>
                  <a:gd name="connsiteY2" fmla="*/ 0 h 396478"/>
                  <a:gd name="connsiteX3" fmla="*/ 255982 w 635397"/>
                  <a:gd name="connsiteY3" fmla="*/ 274637 h 396478"/>
                  <a:gd name="connsiteX4" fmla="*/ 255982 w 635397"/>
                  <a:gd name="connsiteY4" fmla="*/ 0 h 396478"/>
                  <a:gd name="connsiteX5" fmla="*/ 358380 w 635397"/>
                  <a:gd name="connsiteY5" fmla="*/ 0 h 396478"/>
                  <a:gd name="connsiteX6" fmla="*/ 358380 w 635397"/>
                  <a:gd name="connsiteY6" fmla="*/ 156764 h 396478"/>
                  <a:gd name="connsiteX7" fmla="*/ 509185 w 635397"/>
                  <a:gd name="connsiteY7" fmla="*/ 0 h 396478"/>
                  <a:gd name="connsiteX8" fmla="*/ 611581 w 635397"/>
                  <a:gd name="connsiteY8" fmla="*/ 0 h 396478"/>
                  <a:gd name="connsiteX9" fmla="*/ 472278 w 635397"/>
                  <a:gd name="connsiteY9" fmla="*/ 197643 h 396478"/>
                  <a:gd name="connsiteX10" fmla="*/ 635398 w 635397"/>
                  <a:gd name="connsiteY10" fmla="*/ 396478 h 396478"/>
                  <a:gd name="connsiteX11" fmla="*/ 522682 w 635397"/>
                  <a:gd name="connsiteY11" fmla="*/ 396478 h 396478"/>
                  <a:gd name="connsiteX12" fmla="*/ 358380 w 635397"/>
                  <a:gd name="connsiteY12" fmla="*/ 254793 h 396478"/>
                  <a:gd name="connsiteX13" fmla="*/ 358380 w 635397"/>
                  <a:gd name="connsiteY13" fmla="*/ 396478 h 396478"/>
                  <a:gd name="connsiteX14" fmla="*/ 346075 w 635397"/>
                  <a:gd name="connsiteY14" fmla="*/ 396478 h 39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35397" h="396478" fill="norm" stroke="1" extrusionOk="0">
                    <a:moveTo>
                      <a:pt x="346075" y="396478"/>
                    </a:moveTo>
                    <a:cubicBezTo>
                      <a:pt x="128984" y="396478"/>
                      <a:pt x="5160" y="247650"/>
                      <a:pt x="0" y="0"/>
                    </a:cubicBezTo>
                    <a:lnTo>
                      <a:pt x="108744" y="0"/>
                    </a:lnTo>
                    <a:cubicBezTo>
                      <a:pt x="112316" y="181768"/>
                      <a:pt x="192483" y="258762"/>
                      <a:pt x="255982" y="274637"/>
                    </a:cubicBezTo>
                    <a:lnTo>
                      <a:pt x="255982" y="0"/>
                    </a:lnTo>
                    <a:lnTo>
                      <a:pt x="358380" y="0"/>
                    </a:lnTo>
                    <a:lnTo>
                      <a:pt x="358380" y="156764"/>
                    </a:lnTo>
                    <a:cubicBezTo>
                      <a:pt x="421086" y="150018"/>
                      <a:pt x="486959" y="78581"/>
                      <a:pt x="509185" y="0"/>
                    </a:cubicBezTo>
                    <a:lnTo>
                      <a:pt x="611581" y="0"/>
                    </a:lnTo>
                    <a:cubicBezTo>
                      <a:pt x="594515" y="96838"/>
                      <a:pt x="523078" y="168274"/>
                      <a:pt x="472278" y="197643"/>
                    </a:cubicBezTo>
                    <a:cubicBezTo>
                      <a:pt x="523078" y="221455"/>
                      <a:pt x="604441" y="283765"/>
                      <a:pt x="635398" y="396478"/>
                    </a:cubicBezTo>
                    <a:lnTo>
                      <a:pt x="522682" y="396478"/>
                    </a:lnTo>
                    <a:cubicBezTo>
                      <a:pt x="498472" y="321072"/>
                      <a:pt x="438152" y="262731"/>
                      <a:pt x="358380" y="254793"/>
                    </a:cubicBezTo>
                    <a:lnTo>
                      <a:pt x="358380" y="396478"/>
                    </a:lnTo>
                    <a:lnTo>
                      <a:pt x="346075" y="396478"/>
                    </a:lnTo>
                    <a:close/>
                  </a:path>
                </a:pathLst>
              </a:custGeom>
              <a:solidFill>
                <a:schemeClr val="accent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  <p:sp>
          <p:nvSpPr>
            <p:cNvPr id="15" name="Полилиния 14"/>
            <p:cNvSpPr/>
            <p:nvPr/>
          </p:nvSpPr>
          <p:spPr bwMode="auto">
            <a:xfrm>
              <a:off x="775543" y="5715464"/>
              <a:ext cx="463247" cy="290797"/>
            </a:xfrm>
            <a:custGeom>
              <a:avLst/>
              <a:gdLst>
                <a:gd name="connsiteX0" fmla="*/ 145891 w 861139"/>
                <a:gd name="connsiteY0" fmla="*/ 17950 h 540569"/>
                <a:gd name="connsiteX1" fmla="*/ 142940 w 861139"/>
                <a:gd name="connsiteY1" fmla="*/ 4425 h 540569"/>
                <a:gd name="connsiteX2" fmla="*/ 140181 w 861139"/>
                <a:gd name="connsiteY2" fmla="*/ 1853 h 540569"/>
                <a:gd name="connsiteX3" fmla="*/ 126857 w 861139"/>
                <a:gd name="connsiteY3" fmla="*/ 234 h 540569"/>
                <a:gd name="connsiteX4" fmla="*/ 17126 w 861139"/>
                <a:gd name="connsiteY4" fmla="*/ 233 h 540569"/>
                <a:gd name="connsiteX5" fmla="*/ 3612 w 861139"/>
                <a:gd name="connsiteY5" fmla="*/ 2043 h 540569"/>
                <a:gd name="connsiteX6" fmla="*/ 1043 w 861139"/>
                <a:gd name="connsiteY6" fmla="*/ 4901 h 540569"/>
                <a:gd name="connsiteX7" fmla="*/ 1043 w 861139"/>
                <a:gd name="connsiteY7" fmla="*/ 18807 h 540569"/>
                <a:gd name="connsiteX8" fmla="*/ 473369 w 861139"/>
                <a:gd name="connsiteY8" fmla="*/ 540015 h 540569"/>
                <a:gd name="connsiteX9" fmla="*/ 485741 w 861139"/>
                <a:gd name="connsiteY9" fmla="*/ 538396 h 540569"/>
                <a:gd name="connsiteX10" fmla="*/ 488216 w 861139"/>
                <a:gd name="connsiteY10" fmla="*/ 535919 h 540569"/>
                <a:gd name="connsiteX11" fmla="*/ 489929 w 861139"/>
                <a:gd name="connsiteY11" fmla="*/ 523442 h 540569"/>
                <a:gd name="connsiteX12" fmla="*/ 489929 w 861139"/>
                <a:gd name="connsiteY12" fmla="*/ 346086 h 540569"/>
                <a:gd name="connsiteX13" fmla="*/ 708819 w 861139"/>
                <a:gd name="connsiteY13" fmla="*/ 526109 h 540569"/>
                <a:gd name="connsiteX14" fmla="*/ 714053 w 861139"/>
                <a:gd name="connsiteY14" fmla="*/ 537444 h 540569"/>
                <a:gd name="connsiteX15" fmla="*/ 716623 w 861139"/>
                <a:gd name="connsiteY15" fmla="*/ 539253 h 540569"/>
                <a:gd name="connsiteX16" fmla="*/ 728329 w 861139"/>
                <a:gd name="connsiteY16" fmla="*/ 540396 h 540569"/>
                <a:gd name="connsiteX17" fmla="*/ 842532 w 861139"/>
                <a:gd name="connsiteY17" fmla="*/ 540396 h 540569"/>
                <a:gd name="connsiteX18" fmla="*/ 858140 w 861139"/>
                <a:gd name="connsiteY18" fmla="*/ 538110 h 540569"/>
                <a:gd name="connsiteX19" fmla="*/ 860615 w 861139"/>
                <a:gd name="connsiteY19" fmla="*/ 534681 h 540569"/>
                <a:gd name="connsiteX20" fmla="*/ 858045 w 861139"/>
                <a:gd name="connsiteY20" fmla="*/ 519346 h 540569"/>
                <a:gd name="connsiteX21" fmla="*/ 646007 w 861139"/>
                <a:gd name="connsiteY21" fmla="*/ 270458 h 540569"/>
                <a:gd name="connsiteX22" fmla="*/ 835395 w 861139"/>
                <a:gd name="connsiteY22" fmla="*/ 20617 h 540569"/>
                <a:gd name="connsiteX23" fmla="*/ 837013 w 861139"/>
                <a:gd name="connsiteY23" fmla="*/ 6044 h 540569"/>
                <a:gd name="connsiteX24" fmla="*/ 834538 w 861139"/>
                <a:gd name="connsiteY24" fmla="*/ 2805 h 540569"/>
                <a:gd name="connsiteX25" fmla="*/ 819692 w 861139"/>
                <a:gd name="connsiteY25" fmla="*/ 614 h 540569"/>
                <a:gd name="connsiteX26" fmla="*/ 708153 w 861139"/>
                <a:gd name="connsiteY26" fmla="*/ 614 h 540569"/>
                <a:gd name="connsiteX27" fmla="*/ 695876 w 861139"/>
                <a:gd name="connsiteY27" fmla="*/ 1948 h 540569"/>
                <a:gd name="connsiteX28" fmla="*/ 693116 w 861139"/>
                <a:gd name="connsiteY28" fmla="*/ 4043 h 540569"/>
                <a:gd name="connsiteX29" fmla="*/ 688643 w 861139"/>
                <a:gd name="connsiteY29" fmla="*/ 16521 h 540569"/>
                <a:gd name="connsiteX30" fmla="*/ 489643 w 861139"/>
                <a:gd name="connsiteY30" fmla="*/ 213784 h 540569"/>
                <a:gd name="connsiteX31" fmla="*/ 489643 w 861139"/>
                <a:gd name="connsiteY31" fmla="*/ 19569 h 540569"/>
                <a:gd name="connsiteX32" fmla="*/ 487740 w 861139"/>
                <a:gd name="connsiteY32" fmla="*/ 5282 h 540569"/>
                <a:gd name="connsiteX33" fmla="*/ 484885 w 861139"/>
                <a:gd name="connsiteY33" fmla="*/ 2424 h 540569"/>
                <a:gd name="connsiteX34" fmla="*/ 470609 w 861139"/>
                <a:gd name="connsiteY34" fmla="*/ 614 h 540569"/>
                <a:gd name="connsiteX35" fmla="*/ 368302 w 861139"/>
                <a:gd name="connsiteY35" fmla="*/ 614 h 540569"/>
                <a:gd name="connsiteX36" fmla="*/ 354122 w 861139"/>
                <a:gd name="connsiteY36" fmla="*/ 2424 h 540569"/>
                <a:gd name="connsiteX37" fmla="*/ 351267 w 861139"/>
                <a:gd name="connsiteY37" fmla="*/ 5282 h 540569"/>
                <a:gd name="connsiteX38" fmla="*/ 349363 w 861139"/>
                <a:gd name="connsiteY38" fmla="*/ 19569 h 540569"/>
                <a:gd name="connsiteX39" fmla="*/ 349363 w 861139"/>
                <a:gd name="connsiteY39" fmla="*/ 375804 h 540569"/>
                <a:gd name="connsiteX40" fmla="*/ 145891 w 861139"/>
                <a:gd name="connsiteY40" fmla="*/ 17950 h 5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861139" h="540569" fill="norm" stroke="1" extrusionOk="0">
                  <a:moveTo>
                    <a:pt x="145891" y="17950"/>
                  </a:moveTo>
                  <a:cubicBezTo>
                    <a:pt x="146101" y="13261"/>
                    <a:pt x="145084" y="8599"/>
                    <a:pt x="142940" y="4425"/>
                  </a:cubicBezTo>
                  <a:cubicBezTo>
                    <a:pt x="142190" y="3401"/>
                    <a:pt x="141254" y="2529"/>
                    <a:pt x="140181" y="1853"/>
                  </a:cubicBezTo>
                  <a:cubicBezTo>
                    <a:pt x="135948" y="192"/>
                    <a:pt x="131363" y="-365"/>
                    <a:pt x="126857" y="234"/>
                  </a:cubicBezTo>
                  <a:lnTo>
                    <a:pt x="17126" y="233"/>
                  </a:lnTo>
                  <a:cubicBezTo>
                    <a:pt x="9798" y="233"/>
                    <a:pt x="6087" y="233"/>
                    <a:pt x="3612" y="2043"/>
                  </a:cubicBezTo>
                  <a:cubicBezTo>
                    <a:pt x="2570" y="2811"/>
                    <a:pt x="1696" y="3783"/>
                    <a:pt x="1043" y="4901"/>
                  </a:cubicBezTo>
                  <a:cubicBezTo>
                    <a:pt x="-575" y="7568"/>
                    <a:pt x="-99" y="11378"/>
                    <a:pt x="1043" y="18807"/>
                  </a:cubicBezTo>
                  <a:cubicBezTo>
                    <a:pt x="58144" y="517250"/>
                    <a:pt x="345747" y="539063"/>
                    <a:pt x="473369" y="540015"/>
                  </a:cubicBezTo>
                  <a:cubicBezTo>
                    <a:pt x="480031" y="540015"/>
                    <a:pt x="482886" y="540015"/>
                    <a:pt x="485741" y="538396"/>
                  </a:cubicBezTo>
                  <a:cubicBezTo>
                    <a:pt x="486703" y="537720"/>
                    <a:pt x="487540" y="536882"/>
                    <a:pt x="488216" y="535919"/>
                  </a:cubicBezTo>
                  <a:cubicBezTo>
                    <a:pt x="489929" y="533538"/>
                    <a:pt x="489929" y="530109"/>
                    <a:pt x="489929" y="523442"/>
                  </a:cubicBezTo>
                  <a:lnTo>
                    <a:pt x="489929" y="346086"/>
                  </a:lnTo>
                  <a:cubicBezTo>
                    <a:pt x="642200" y="372566"/>
                    <a:pt x="695019" y="485723"/>
                    <a:pt x="708819" y="526109"/>
                  </a:cubicBezTo>
                  <a:cubicBezTo>
                    <a:pt x="709826" y="530186"/>
                    <a:pt x="711603" y="534034"/>
                    <a:pt x="714053" y="537444"/>
                  </a:cubicBezTo>
                  <a:cubicBezTo>
                    <a:pt x="714823" y="538162"/>
                    <a:pt x="715687" y="538771"/>
                    <a:pt x="716623" y="539253"/>
                  </a:cubicBezTo>
                  <a:cubicBezTo>
                    <a:pt x="720403" y="540443"/>
                    <a:pt x="724390" y="540832"/>
                    <a:pt x="728329" y="540396"/>
                  </a:cubicBezTo>
                  <a:lnTo>
                    <a:pt x="842532" y="540396"/>
                  </a:lnTo>
                  <a:cubicBezTo>
                    <a:pt x="851098" y="540396"/>
                    <a:pt x="855475" y="540396"/>
                    <a:pt x="858140" y="538110"/>
                  </a:cubicBezTo>
                  <a:cubicBezTo>
                    <a:pt x="859182" y="537141"/>
                    <a:pt x="860022" y="535976"/>
                    <a:pt x="860615" y="534681"/>
                  </a:cubicBezTo>
                  <a:cubicBezTo>
                    <a:pt x="861947" y="531443"/>
                    <a:pt x="860615" y="527347"/>
                    <a:pt x="858045" y="519346"/>
                  </a:cubicBezTo>
                  <a:cubicBezTo>
                    <a:pt x="792283" y="318464"/>
                    <a:pt x="646007" y="270458"/>
                    <a:pt x="646007" y="270458"/>
                  </a:cubicBezTo>
                  <a:cubicBezTo>
                    <a:pt x="738996" y="214770"/>
                    <a:pt x="806859" y="125244"/>
                    <a:pt x="835395" y="20617"/>
                  </a:cubicBezTo>
                  <a:cubicBezTo>
                    <a:pt x="837393" y="12997"/>
                    <a:pt x="838440" y="9187"/>
                    <a:pt x="837013" y="6044"/>
                  </a:cubicBezTo>
                  <a:cubicBezTo>
                    <a:pt x="836408" y="4812"/>
                    <a:pt x="835567" y="3712"/>
                    <a:pt x="834538" y="2805"/>
                  </a:cubicBezTo>
                  <a:cubicBezTo>
                    <a:pt x="831873" y="614"/>
                    <a:pt x="827781" y="614"/>
                    <a:pt x="819692" y="614"/>
                  </a:cubicBezTo>
                  <a:lnTo>
                    <a:pt x="708153" y="614"/>
                  </a:lnTo>
                  <a:cubicBezTo>
                    <a:pt x="704012" y="115"/>
                    <a:pt x="699813" y="571"/>
                    <a:pt x="695876" y="1948"/>
                  </a:cubicBezTo>
                  <a:cubicBezTo>
                    <a:pt x="694822" y="2449"/>
                    <a:pt x="693882" y="3162"/>
                    <a:pt x="693116" y="4043"/>
                  </a:cubicBezTo>
                  <a:cubicBezTo>
                    <a:pt x="690711" y="7816"/>
                    <a:pt x="689183" y="12079"/>
                    <a:pt x="688643" y="16521"/>
                  </a:cubicBezTo>
                  <a:cubicBezTo>
                    <a:pt x="664089" y="116248"/>
                    <a:pt x="556167" y="211212"/>
                    <a:pt x="489643" y="213784"/>
                  </a:cubicBezTo>
                  <a:lnTo>
                    <a:pt x="489643" y="19569"/>
                  </a:lnTo>
                  <a:cubicBezTo>
                    <a:pt x="489643" y="11854"/>
                    <a:pt x="489643" y="8044"/>
                    <a:pt x="487740" y="5282"/>
                  </a:cubicBezTo>
                  <a:cubicBezTo>
                    <a:pt x="486988" y="4148"/>
                    <a:pt x="486018" y="3176"/>
                    <a:pt x="484885" y="2424"/>
                  </a:cubicBezTo>
                  <a:cubicBezTo>
                    <a:pt x="480372" y="559"/>
                    <a:pt x="475444" y="-65"/>
                    <a:pt x="470609" y="614"/>
                  </a:cubicBezTo>
                  <a:lnTo>
                    <a:pt x="368302" y="614"/>
                  </a:lnTo>
                  <a:cubicBezTo>
                    <a:pt x="363499" y="-72"/>
                    <a:pt x="358599" y="554"/>
                    <a:pt x="354122" y="2424"/>
                  </a:cubicBezTo>
                  <a:cubicBezTo>
                    <a:pt x="352989" y="3176"/>
                    <a:pt x="352018" y="4148"/>
                    <a:pt x="351267" y="5282"/>
                  </a:cubicBezTo>
                  <a:cubicBezTo>
                    <a:pt x="349363" y="8044"/>
                    <a:pt x="349363" y="11854"/>
                    <a:pt x="349363" y="19569"/>
                  </a:cubicBezTo>
                  <a:lnTo>
                    <a:pt x="349363" y="375804"/>
                  </a:lnTo>
                  <a:cubicBezTo>
                    <a:pt x="349363" y="375804"/>
                    <a:pt x="177487" y="347134"/>
                    <a:pt x="145891" y="17950"/>
                  </a:cubicBezTo>
                </a:path>
              </a:pathLst>
            </a:custGeom>
            <a:solidFill>
              <a:schemeClr val="accent1"/>
            </a:solidFill>
            <a:ln w="9501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</p:grpSp>
      <p:sp>
        <p:nvSpPr>
          <p:cNvPr id="9" name="Текст 34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658813" y="4345304"/>
            <a:ext cx="10224000" cy="276999"/>
          </a:xfrm>
          <a:prstGeom prst="rect">
            <a:avLst/>
          </a:prstGeom>
        </p:spPr>
        <p:txBody>
          <a:bodyPr lIns="36000" bIns="36000" anchor="b">
            <a:sp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подзаголовок — раскройте детали вашей темы</a:t>
            </a:r>
            <a:endParaRPr/>
          </a:p>
        </p:txBody>
      </p:sp>
      <p:sp>
        <p:nvSpPr>
          <p:cNvPr id="11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22261" y="2090074"/>
            <a:ext cx="10220325" cy="1834990"/>
          </a:xfrm>
          <a:prstGeom prst="rect">
            <a:avLst/>
          </a:prstGeom>
        </p:spPr>
        <p:txBody>
          <a:bodyPr vert="horz" wrap="square" lIns="36000" tIns="36000" rIns="36000" bIns="36000" anchor="b">
            <a:spAutoFit/>
          </a:bodyPr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ru-RU"/>
              <a:t>Напишите тему презентации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Титульный слайд">
    <p:bg>
      <p:bgPr shadeToTitle="0">
        <a:solidFill>
          <a:schemeClr val="accent2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Полилиния 4"/>
          <p:cNvSpPr/>
          <p:nvPr userDrawn="1"/>
        </p:nvSpPr>
        <p:spPr bwMode="auto">
          <a:xfrm>
            <a:off x="3500967" y="-537433"/>
            <a:ext cx="11061698" cy="7433733"/>
          </a:xfrm>
          <a:custGeom>
            <a:avLst/>
            <a:gdLst>
              <a:gd name="connsiteX0" fmla="*/ 5742627 w 9964104"/>
              <a:gd name="connsiteY0" fmla="*/ 4064433 h 7351143"/>
              <a:gd name="connsiteX1" fmla="*/ 8917727 w 9964104"/>
              <a:gd name="connsiteY1" fmla="*/ 1816039 h 7351143"/>
              <a:gd name="connsiteX2" fmla="*/ 9487304 w 9964104"/>
              <a:gd name="connsiteY2" fmla="*/ 921 h 7351143"/>
              <a:gd name="connsiteX3" fmla="*/ 9371840 w 9964104"/>
              <a:gd name="connsiteY3" fmla="*/ 921 h 7351143"/>
              <a:gd name="connsiteX4" fmla="*/ 8814251 w 9964104"/>
              <a:gd name="connsiteY4" fmla="*/ 1767385 h 7351143"/>
              <a:gd name="connsiteX5" fmla="*/ 4979194 w 9964104"/>
              <a:gd name="connsiteY5" fmla="*/ 4007486 h 7351143"/>
              <a:gd name="connsiteX6" fmla="*/ 4979194 w 9964104"/>
              <a:gd name="connsiteY6" fmla="*/ 0 h 7351143"/>
              <a:gd name="connsiteX7" fmla="*/ 4864835 w 9964104"/>
              <a:gd name="connsiteY7" fmla="*/ 0 h 7351143"/>
              <a:gd name="connsiteX8" fmla="*/ 4864835 w 9964104"/>
              <a:gd name="connsiteY8" fmla="*/ 7201128 h 7351143"/>
              <a:gd name="connsiteX9" fmla="*/ 114358 w 9964104"/>
              <a:gd name="connsiteY9" fmla="*/ 0 h 7351143"/>
              <a:gd name="connsiteX10" fmla="*/ 0 w 9964104"/>
              <a:gd name="connsiteY10" fmla="*/ 0 h 7351143"/>
              <a:gd name="connsiteX11" fmla="*/ 4922015 w 9964104"/>
              <a:gd name="connsiteY11" fmla="*/ 7316496 h 7351143"/>
              <a:gd name="connsiteX12" fmla="*/ 4980116 w 9964104"/>
              <a:gd name="connsiteY12" fmla="*/ 7316496 h 7351143"/>
              <a:gd name="connsiteX13" fmla="*/ 4980116 w 9964104"/>
              <a:gd name="connsiteY13" fmla="*/ 4122671 h 7351143"/>
              <a:gd name="connsiteX14" fmla="*/ 9118038 w 9964104"/>
              <a:gd name="connsiteY14" fmla="*/ 6185111 h 7351143"/>
              <a:gd name="connsiteX15" fmla="*/ 9837389 w 9964104"/>
              <a:gd name="connsiteY15" fmla="*/ 7351144 h 7351143"/>
              <a:gd name="connsiteX16" fmla="*/ 9964105 w 9964104"/>
              <a:gd name="connsiteY16" fmla="*/ 7351144 h 7351143"/>
              <a:gd name="connsiteX17" fmla="*/ 9211000 w 9964104"/>
              <a:gd name="connsiteY17" fmla="*/ 6118581 h 7351143"/>
              <a:gd name="connsiteX18" fmla="*/ 5743365 w 9964104"/>
              <a:gd name="connsiteY18" fmla="*/ 4064433 h 7351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9964104" h="7351143" fill="norm" stroke="1" extrusionOk="0">
                <a:moveTo>
                  <a:pt x="5742627" y="4064433"/>
                </a:moveTo>
                <a:cubicBezTo>
                  <a:pt x="7520712" y="3808080"/>
                  <a:pt x="8445354" y="2734564"/>
                  <a:pt x="8917727" y="1816039"/>
                </a:cubicBezTo>
                <a:cubicBezTo>
                  <a:pt x="9268180" y="1132859"/>
                  <a:pt x="9421272" y="444334"/>
                  <a:pt x="9487304" y="921"/>
                </a:cubicBezTo>
                <a:lnTo>
                  <a:pt x="9371840" y="921"/>
                </a:lnTo>
                <a:cubicBezTo>
                  <a:pt x="9305991" y="435857"/>
                  <a:pt x="9155481" y="1104478"/>
                  <a:pt x="8814251" y="1767385"/>
                </a:cubicBezTo>
                <a:cubicBezTo>
                  <a:pt x="8058011" y="3237504"/>
                  <a:pt x="6766870" y="3990531"/>
                  <a:pt x="4979194" y="4007486"/>
                </a:cubicBezTo>
                <a:lnTo>
                  <a:pt x="4979194" y="0"/>
                </a:lnTo>
                <a:lnTo>
                  <a:pt x="4864835" y="0"/>
                </a:lnTo>
                <a:lnTo>
                  <a:pt x="4864835" y="7201128"/>
                </a:lnTo>
                <a:cubicBezTo>
                  <a:pt x="1844487" y="7150631"/>
                  <a:pt x="198651" y="3079195"/>
                  <a:pt x="114358" y="0"/>
                </a:cubicBezTo>
                <a:lnTo>
                  <a:pt x="0" y="0"/>
                </a:lnTo>
                <a:cubicBezTo>
                  <a:pt x="85584" y="3146646"/>
                  <a:pt x="1790628" y="7316496"/>
                  <a:pt x="4922015" y="7316496"/>
                </a:cubicBezTo>
                <a:lnTo>
                  <a:pt x="4980116" y="7316496"/>
                </a:lnTo>
                <a:lnTo>
                  <a:pt x="4980116" y="4122671"/>
                </a:lnTo>
                <a:cubicBezTo>
                  <a:pt x="7095743" y="4143865"/>
                  <a:pt x="8397213" y="5252397"/>
                  <a:pt x="9118038" y="6185111"/>
                </a:cubicBezTo>
                <a:cubicBezTo>
                  <a:pt x="9396943" y="6548301"/>
                  <a:pt x="9637980" y="6939006"/>
                  <a:pt x="9837389" y="7351144"/>
                </a:cubicBezTo>
                <a:lnTo>
                  <a:pt x="9964105" y="7351144"/>
                </a:lnTo>
                <a:cubicBezTo>
                  <a:pt x="9757245" y="6914918"/>
                  <a:pt x="9504809" y="6501767"/>
                  <a:pt x="9211000" y="6118581"/>
                </a:cubicBezTo>
                <a:cubicBezTo>
                  <a:pt x="8565430" y="5282252"/>
                  <a:pt x="7463164" y="4306781"/>
                  <a:pt x="5743365" y="4064433"/>
                </a:cubicBezTo>
              </a:path>
            </a:pathLst>
          </a:custGeom>
          <a:solidFill>
            <a:schemeClr val="accent3">
              <a:alpha val="87000"/>
            </a:schemeClr>
          </a:solidFill>
          <a:ln w="18433" cap="flat">
            <a:noFill/>
            <a:prstDash val="solid"/>
            <a:miter/>
          </a:ln>
          <a:effectLst/>
        </p:spPr>
        <p:txBody>
          <a:bodyPr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800" b="0" i="0" u="none" strike="noStrike" cap="none" spc="0">
              <a:ln>
                <a:noFill/>
              </a:ln>
              <a:solidFill>
                <a:srgbClr val="000000"/>
              </a:solidFill>
              <a:latin typeface="SF Pro Text Light"/>
              <a:ea typeface="Arial"/>
              <a:cs typeface="Arial"/>
            </a:endParaRPr>
          </a:p>
        </p:txBody>
      </p:sp>
      <p:grpSp>
        <p:nvGrpSpPr>
          <p:cNvPr id="10" name="Группа 9"/>
          <p:cNvGrpSpPr/>
          <p:nvPr userDrawn="1"/>
        </p:nvGrpSpPr>
        <p:grpSpPr bwMode="auto">
          <a:xfrm>
            <a:off x="658071" y="692150"/>
            <a:ext cx="1081088" cy="1081088"/>
            <a:chOff x="658071" y="5503765"/>
            <a:chExt cx="697010" cy="697010"/>
          </a:xfrm>
        </p:grpSpPr>
        <p:sp>
          <p:nvSpPr>
            <p:cNvPr id="15" name="Полилиния 14"/>
            <p:cNvSpPr/>
            <p:nvPr/>
          </p:nvSpPr>
          <p:spPr bwMode="auto">
            <a:xfrm>
              <a:off x="775543" y="5715464"/>
              <a:ext cx="463247" cy="290797"/>
            </a:xfrm>
            <a:custGeom>
              <a:avLst/>
              <a:gdLst>
                <a:gd name="connsiteX0" fmla="*/ 145891 w 861139"/>
                <a:gd name="connsiteY0" fmla="*/ 17950 h 540569"/>
                <a:gd name="connsiteX1" fmla="*/ 142940 w 861139"/>
                <a:gd name="connsiteY1" fmla="*/ 4425 h 540569"/>
                <a:gd name="connsiteX2" fmla="*/ 140181 w 861139"/>
                <a:gd name="connsiteY2" fmla="*/ 1853 h 540569"/>
                <a:gd name="connsiteX3" fmla="*/ 126857 w 861139"/>
                <a:gd name="connsiteY3" fmla="*/ 234 h 540569"/>
                <a:gd name="connsiteX4" fmla="*/ 17126 w 861139"/>
                <a:gd name="connsiteY4" fmla="*/ 233 h 540569"/>
                <a:gd name="connsiteX5" fmla="*/ 3612 w 861139"/>
                <a:gd name="connsiteY5" fmla="*/ 2043 h 540569"/>
                <a:gd name="connsiteX6" fmla="*/ 1043 w 861139"/>
                <a:gd name="connsiteY6" fmla="*/ 4901 h 540569"/>
                <a:gd name="connsiteX7" fmla="*/ 1043 w 861139"/>
                <a:gd name="connsiteY7" fmla="*/ 18807 h 540569"/>
                <a:gd name="connsiteX8" fmla="*/ 473369 w 861139"/>
                <a:gd name="connsiteY8" fmla="*/ 540015 h 540569"/>
                <a:gd name="connsiteX9" fmla="*/ 485741 w 861139"/>
                <a:gd name="connsiteY9" fmla="*/ 538396 h 540569"/>
                <a:gd name="connsiteX10" fmla="*/ 488216 w 861139"/>
                <a:gd name="connsiteY10" fmla="*/ 535919 h 540569"/>
                <a:gd name="connsiteX11" fmla="*/ 489929 w 861139"/>
                <a:gd name="connsiteY11" fmla="*/ 523442 h 540569"/>
                <a:gd name="connsiteX12" fmla="*/ 489929 w 861139"/>
                <a:gd name="connsiteY12" fmla="*/ 346086 h 540569"/>
                <a:gd name="connsiteX13" fmla="*/ 708819 w 861139"/>
                <a:gd name="connsiteY13" fmla="*/ 526109 h 540569"/>
                <a:gd name="connsiteX14" fmla="*/ 714053 w 861139"/>
                <a:gd name="connsiteY14" fmla="*/ 537444 h 540569"/>
                <a:gd name="connsiteX15" fmla="*/ 716623 w 861139"/>
                <a:gd name="connsiteY15" fmla="*/ 539253 h 540569"/>
                <a:gd name="connsiteX16" fmla="*/ 728329 w 861139"/>
                <a:gd name="connsiteY16" fmla="*/ 540396 h 540569"/>
                <a:gd name="connsiteX17" fmla="*/ 842532 w 861139"/>
                <a:gd name="connsiteY17" fmla="*/ 540396 h 540569"/>
                <a:gd name="connsiteX18" fmla="*/ 858140 w 861139"/>
                <a:gd name="connsiteY18" fmla="*/ 538110 h 540569"/>
                <a:gd name="connsiteX19" fmla="*/ 860615 w 861139"/>
                <a:gd name="connsiteY19" fmla="*/ 534681 h 540569"/>
                <a:gd name="connsiteX20" fmla="*/ 858045 w 861139"/>
                <a:gd name="connsiteY20" fmla="*/ 519346 h 540569"/>
                <a:gd name="connsiteX21" fmla="*/ 646007 w 861139"/>
                <a:gd name="connsiteY21" fmla="*/ 270458 h 540569"/>
                <a:gd name="connsiteX22" fmla="*/ 835395 w 861139"/>
                <a:gd name="connsiteY22" fmla="*/ 20617 h 540569"/>
                <a:gd name="connsiteX23" fmla="*/ 837013 w 861139"/>
                <a:gd name="connsiteY23" fmla="*/ 6044 h 540569"/>
                <a:gd name="connsiteX24" fmla="*/ 834538 w 861139"/>
                <a:gd name="connsiteY24" fmla="*/ 2805 h 540569"/>
                <a:gd name="connsiteX25" fmla="*/ 819692 w 861139"/>
                <a:gd name="connsiteY25" fmla="*/ 614 h 540569"/>
                <a:gd name="connsiteX26" fmla="*/ 708153 w 861139"/>
                <a:gd name="connsiteY26" fmla="*/ 614 h 540569"/>
                <a:gd name="connsiteX27" fmla="*/ 695876 w 861139"/>
                <a:gd name="connsiteY27" fmla="*/ 1948 h 540569"/>
                <a:gd name="connsiteX28" fmla="*/ 693116 w 861139"/>
                <a:gd name="connsiteY28" fmla="*/ 4043 h 540569"/>
                <a:gd name="connsiteX29" fmla="*/ 688643 w 861139"/>
                <a:gd name="connsiteY29" fmla="*/ 16521 h 540569"/>
                <a:gd name="connsiteX30" fmla="*/ 489643 w 861139"/>
                <a:gd name="connsiteY30" fmla="*/ 213784 h 540569"/>
                <a:gd name="connsiteX31" fmla="*/ 489643 w 861139"/>
                <a:gd name="connsiteY31" fmla="*/ 19569 h 540569"/>
                <a:gd name="connsiteX32" fmla="*/ 487740 w 861139"/>
                <a:gd name="connsiteY32" fmla="*/ 5282 h 540569"/>
                <a:gd name="connsiteX33" fmla="*/ 484885 w 861139"/>
                <a:gd name="connsiteY33" fmla="*/ 2424 h 540569"/>
                <a:gd name="connsiteX34" fmla="*/ 470609 w 861139"/>
                <a:gd name="connsiteY34" fmla="*/ 614 h 540569"/>
                <a:gd name="connsiteX35" fmla="*/ 368302 w 861139"/>
                <a:gd name="connsiteY35" fmla="*/ 614 h 540569"/>
                <a:gd name="connsiteX36" fmla="*/ 354122 w 861139"/>
                <a:gd name="connsiteY36" fmla="*/ 2424 h 540569"/>
                <a:gd name="connsiteX37" fmla="*/ 351267 w 861139"/>
                <a:gd name="connsiteY37" fmla="*/ 5282 h 540569"/>
                <a:gd name="connsiteX38" fmla="*/ 349363 w 861139"/>
                <a:gd name="connsiteY38" fmla="*/ 19569 h 540569"/>
                <a:gd name="connsiteX39" fmla="*/ 349363 w 861139"/>
                <a:gd name="connsiteY39" fmla="*/ 375804 h 540569"/>
                <a:gd name="connsiteX40" fmla="*/ 145891 w 861139"/>
                <a:gd name="connsiteY40" fmla="*/ 17950 h 540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861139" h="540569" fill="norm" stroke="1" extrusionOk="0">
                  <a:moveTo>
                    <a:pt x="145891" y="17950"/>
                  </a:moveTo>
                  <a:cubicBezTo>
                    <a:pt x="146101" y="13261"/>
                    <a:pt x="145084" y="8599"/>
                    <a:pt x="142940" y="4425"/>
                  </a:cubicBezTo>
                  <a:cubicBezTo>
                    <a:pt x="142190" y="3401"/>
                    <a:pt x="141254" y="2529"/>
                    <a:pt x="140181" y="1853"/>
                  </a:cubicBezTo>
                  <a:cubicBezTo>
                    <a:pt x="135948" y="192"/>
                    <a:pt x="131363" y="-365"/>
                    <a:pt x="126857" y="234"/>
                  </a:cubicBezTo>
                  <a:lnTo>
                    <a:pt x="17126" y="233"/>
                  </a:lnTo>
                  <a:cubicBezTo>
                    <a:pt x="9798" y="233"/>
                    <a:pt x="6087" y="233"/>
                    <a:pt x="3612" y="2043"/>
                  </a:cubicBezTo>
                  <a:cubicBezTo>
                    <a:pt x="2570" y="2811"/>
                    <a:pt x="1696" y="3783"/>
                    <a:pt x="1043" y="4901"/>
                  </a:cubicBezTo>
                  <a:cubicBezTo>
                    <a:pt x="-575" y="7568"/>
                    <a:pt x="-99" y="11378"/>
                    <a:pt x="1043" y="18807"/>
                  </a:cubicBezTo>
                  <a:cubicBezTo>
                    <a:pt x="58144" y="517250"/>
                    <a:pt x="345747" y="539063"/>
                    <a:pt x="473369" y="540015"/>
                  </a:cubicBezTo>
                  <a:cubicBezTo>
                    <a:pt x="480031" y="540015"/>
                    <a:pt x="482886" y="540015"/>
                    <a:pt x="485741" y="538396"/>
                  </a:cubicBezTo>
                  <a:cubicBezTo>
                    <a:pt x="486703" y="537720"/>
                    <a:pt x="487540" y="536882"/>
                    <a:pt x="488216" y="535919"/>
                  </a:cubicBezTo>
                  <a:cubicBezTo>
                    <a:pt x="489929" y="533538"/>
                    <a:pt x="489929" y="530109"/>
                    <a:pt x="489929" y="523442"/>
                  </a:cubicBezTo>
                  <a:lnTo>
                    <a:pt x="489929" y="346086"/>
                  </a:lnTo>
                  <a:cubicBezTo>
                    <a:pt x="642200" y="372566"/>
                    <a:pt x="695019" y="485723"/>
                    <a:pt x="708819" y="526109"/>
                  </a:cubicBezTo>
                  <a:cubicBezTo>
                    <a:pt x="709826" y="530186"/>
                    <a:pt x="711603" y="534034"/>
                    <a:pt x="714053" y="537444"/>
                  </a:cubicBezTo>
                  <a:cubicBezTo>
                    <a:pt x="714823" y="538162"/>
                    <a:pt x="715687" y="538771"/>
                    <a:pt x="716623" y="539253"/>
                  </a:cubicBezTo>
                  <a:cubicBezTo>
                    <a:pt x="720403" y="540443"/>
                    <a:pt x="724390" y="540832"/>
                    <a:pt x="728329" y="540396"/>
                  </a:cubicBezTo>
                  <a:lnTo>
                    <a:pt x="842532" y="540396"/>
                  </a:lnTo>
                  <a:cubicBezTo>
                    <a:pt x="851098" y="540396"/>
                    <a:pt x="855475" y="540396"/>
                    <a:pt x="858140" y="538110"/>
                  </a:cubicBezTo>
                  <a:cubicBezTo>
                    <a:pt x="859182" y="537141"/>
                    <a:pt x="860022" y="535976"/>
                    <a:pt x="860615" y="534681"/>
                  </a:cubicBezTo>
                  <a:cubicBezTo>
                    <a:pt x="861947" y="531443"/>
                    <a:pt x="860615" y="527347"/>
                    <a:pt x="858045" y="519346"/>
                  </a:cubicBezTo>
                  <a:cubicBezTo>
                    <a:pt x="792283" y="318464"/>
                    <a:pt x="646007" y="270458"/>
                    <a:pt x="646007" y="270458"/>
                  </a:cubicBezTo>
                  <a:cubicBezTo>
                    <a:pt x="738996" y="214770"/>
                    <a:pt x="806859" y="125244"/>
                    <a:pt x="835395" y="20617"/>
                  </a:cubicBezTo>
                  <a:cubicBezTo>
                    <a:pt x="837393" y="12997"/>
                    <a:pt x="838440" y="9187"/>
                    <a:pt x="837013" y="6044"/>
                  </a:cubicBezTo>
                  <a:cubicBezTo>
                    <a:pt x="836408" y="4812"/>
                    <a:pt x="835567" y="3712"/>
                    <a:pt x="834538" y="2805"/>
                  </a:cubicBezTo>
                  <a:cubicBezTo>
                    <a:pt x="831873" y="614"/>
                    <a:pt x="827781" y="614"/>
                    <a:pt x="819692" y="614"/>
                  </a:cubicBezTo>
                  <a:lnTo>
                    <a:pt x="708153" y="614"/>
                  </a:lnTo>
                  <a:cubicBezTo>
                    <a:pt x="704012" y="115"/>
                    <a:pt x="699813" y="571"/>
                    <a:pt x="695876" y="1948"/>
                  </a:cubicBezTo>
                  <a:cubicBezTo>
                    <a:pt x="694822" y="2449"/>
                    <a:pt x="693882" y="3162"/>
                    <a:pt x="693116" y="4043"/>
                  </a:cubicBezTo>
                  <a:cubicBezTo>
                    <a:pt x="690711" y="7816"/>
                    <a:pt x="689183" y="12079"/>
                    <a:pt x="688643" y="16521"/>
                  </a:cubicBezTo>
                  <a:cubicBezTo>
                    <a:pt x="664089" y="116248"/>
                    <a:pt x="556167" y="211212"/>
                    <a:pt x="489643" y="213784"/>
                  </a:cubicBezTo>
                  <a:lnTo>
                    <a:pt x="489643" y="19569"/>
                  </a:lnTo>
                  <a:cubicBezTo>
                    <a:pt x="489643" y="11854"/>
                    <a:pt x="489643" y="8044"/>
                    <a:pt x="487740" y="5282"/>
                  </a:cubicBezTo>
                  <a:cubicBezTo>
                    <a:pt x="486988" y="4148"/>
                    <a:pt x="486018" y="3176"/>
                    <a:pt x="484885" y="2424"/>
                  </a:cubicBezTo>
                  <a:cubicBezTo>
                    <a:pt x="480372" y="559"/>
                    <a:pt x="475444" y="-65"/>
                    <a:pt x="470609" y="614"/>
                  </a:cubicBezTo>
                  <a:lnTo>
                    <a:pt x="368302" y="614"/>
                  </a:lnTo>
                  <a:cubicBezTo>
                    <a:pt x="363499" y="-72"/>
                    <a:pt x="358599" y="554"/>
                    <a:pt x="354122" y="2424"/>
                  </a:cubicBezTo>
                  <a:cubicBezTo>
                    <a:pt x="352989" y="3176"/>
                    <a:pt x="352018" y="4148"/>
                    <a:pt x="351267" y="5282"/>
                  </a:cubicBezTo>
                  <a:cubicBezTo>
                    <a:pt x="349363" y="8044"/>
                    <a:pt x="349363" y="11854"/>
                    <a:pt x="349363" y="19569"/>
                  </a:cubicBezTo>
                  <a:lnTo>
                    <a:pt x="349363" y="375804"/>
                  </a:lnTo>
                  <a:cubicBezTo>
                    <a:pt x="349363" y="375804"/>
                    <a:pt x="177487" y="347134"/>
                    <a:pt x="145891" y="17950"/>
                  </a:cubicBezTo>
                </a:path>
              </a:pathLst>
            </a:custGeom>
            <a:solidFill>
              <a:schemeClr val="accent2"/>
            </a:solidFill>
            <a:ln w="9501" cap="flat">
              <a:noFill/>
              <a:prstDash val="solid"/>
              <a:miter/>
            </a:ln>
          </p:spPr>
          <p:txBody>
            <a:bodyPr rtlCol="0" anchor="ctr"/>
            <a:lstStyle/>
            <a:p>
              <a:pPr>
                <a:defRPr/>
              </a:pPr>
              <a:endParaRPr lang="ru-RU"/>
            </a:p>
          </p:txBody>
        </p:sp>
        <p:grpSp>
          <p:nvGrpSpPr>
            <p:cNvPr id="8" name="Группа 7"/>
            <p:cNvGrpSpPr/>
            <p:nvPr userDrawn="1"/>
          </p:nvGrpSpPr>
          <p:grpSpPr bwMode="auto">
            <a:xfrm>
              <a:off x="658071" y="5503765"/>
              <a:ext cx="697010" cy="697010"/>
              <a:chOff x="5619750" y="2952750"/>
              <a:chExt cx="952500" cy="952500"/>
            </a:xfrm>
          </p:grpSpPr>
          <p:sp>
            <p:nvSpPr>
              <p:cNvPr id="5" name="Полилиния 4"/>
              <p:cNvSpPr/>
              <p:nvPr/>
            </p:nvSpPr>
            <p:spPr bwMode="auto">
              <a:xfrm>
                <a:off x="5619750" y="2952750"/>
                <a:ext cx="952500" cy="952500"/>
              </a:xfrm>
              <a:custGeom>
                <a:avLst/>
                <a:gdLst>
                  <a:gd name="connsiteX0" fmla="*/ 0 w 952500"/>
                  <a:gd name="connsiteY0" fmla="*/ 457200 h 952500"/>
                  <a:gd name="connsiteX1" fmla="*/ 66955 w 952500"/>
                  <a:gd name="connsiteY1" fmla="*/ 66955 h 952500"/>
                  <a:gd name="connsiteX2" fmla="*/ 457200 w 952500"/>
                  <a:gd name="connsiteY2" fmla="*/ 0 h 952500"/>
                  <a:gd name="connsiteX3" fmla="*/ 495300 w 952500"/>
                  <a:gd name="connsiteY3" fmla="*/ 0 h 952500"/>
                  <a:gd name="connsiteX4" fmla="*/ 885545 w 952500"/>
                  <a:gd name="connsiteY4" fmla="*/ 66955 h 952500"/>
                  <a:gd name="connsiteX5" fmla="*/ 952500 w 952500"/>
                  <a:gd name="connsiteY5" fmla="*/ 457200 h 952500"/>
                  <a:gd name="connsiteX6" fmla="*/ 952500 w 952500"/>
                  <a:gd name="connsiteY6" fmla="*/ 495300 h 952500"/>
                  <a:gd name="connsiteX7" fmla="*/ 885545 w 952500"/>
                  <a:gd name="connsiteY7" fmla="*/ 885545 h 952500"/>
                  <a:gd name="connsiteX8" fmla="*/ 495300 w 952500"/>
                  <a:gd name="connsiteY8" fmla="*/ 952500 h 952500"/>
                  <a:gd name="connsiteX9" fmla="*/ 457200 w 952500"/>
                  <a:gd name="connsiteY9" fmla="*/ 952500 h 952500"/>
                  <a:gd name="connsiteX10" fmla="*/ 66955 w 952500"/>
                  <a:gd name="connsiteY10" fmla="*/ 885545 h 952500"/>
                  <a:gd name="connsiteX11" fmla="*/ 0 w 952500"/>
                  <a:gd name="connsiteY11" fmla="*/ 495300 h 952500"/>
                  <a:gd name="connsiteX12" fmla="*/ 0 w 952500"/>
                  <a:gd name="connsiteY12" fmla="*/ 457200 h 952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952500" h="952500" fill="norm" stroke="1" extrusionOk="0">
                    <a:moveTo>
                      <a:pt x="0" y="457200"/>
                    </a:moveTo>
                    <a:cubicBezTo>
                      <a:pt x="0" y="241674"/>
                      <a:pt x="0" y="133911"/>
                      <a:pt x="66955" y="66955"/>
                    </a:cubicBezTo>
                    <a:cubicBezTo>
                      <a:pt x="133911" y="0"/>
                      <a:pt x="241674" y="0"/>
                      <a:pt x="457200" y="0"/>
                    </a:cubicBezTo>
                    <a:lnTo>
                      <a:pt x="495300" y="0"/>
                    </a:lnTo>
                    <a:cubicBezTo>
                      <a:pt x="710826" y="0"/>
                      <a:pt x="818589" y="0"/>
                      <a:pt x="885545" y="66955"/>
                    </a:cubicBezTo>
                    <a:cubicBezTo>
                      <a:pt x="952500" y="133911"/>
                      <a:pt x="952500" y="241674"/>
                      <a:pt x="952500" y="457200"/>
                    </a:cubicBezTo>
                    <a:lnTo>
                      <a:pt x="952500" y="495300"/>
                    </a:lnTo>
                    <a:cubicBezTo>
                      <a:pt x="952500" y="710826"/>
                      <a:pt x="952500" y="818589"/>
                      <a:pt x="885545" y="885545"/>
                    </a:cubicBezTo>
                    <a:cubicBezTo>
                      <a:pt x="818589" y="952500"/>
                      <a:pt x="710826" y="952500"/>
                      <a:pt x="495300" y="952500"/>
                    </a:cubicBezTo>
                    <a:lnTo>
                      <a:pt x="457200" y="952500"/>
                    </a:lnTo>
                    <a:cubicBezTo>
                      <a:pt x="241674" y="952500"/>
                      <a:pt x="133911" y="952500"/>
                      <a:pt x="66955" y="885545"/>
                    </a:cubicBezTo>
                    <a:cubicBezTo>
                      <a:pt x="0" y="818589"/>
                      <a:pt x="0" y="710826"/>
                      <a:pt x="0" y="495300"/>
                    </a:cubicBezTo>
                    <a:lnTo>
                      <a:pt x="0" y="457200"/>
                    </a:lnTo>
                    <a:close/>
                  </a:path>
                </a:pathLst>
              </a:custGeom>
              <a:solidFill>
                <a:schemeClr val="bg1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" name="Полилиния 5"/>
              <p:cNvSpPr/>
              <p:nvPr/>
            </p:nvSpPr>
            <p:spPr bwMode="auto">
              <a:xfrm>
                <a:off x="5780486" y="3242471"/>
                <a:ext cx="635397" cy="396478"/>
              </a:xfrm>
              <a:custGeom>
                <a:avLst/>
                <a:gdLst>
                  <a:gd name="connsiteX0" fmla="*/ 346075 w 635397"/>
                  <a:gd name="connsiteY0" fmla="*/ 396478 h 396478"/>
                  <a:gd name="connsiteX1" fmla="*/ 0 w 635397"/>
                  <a:gd name="connsiteY1" fmla="*/ 0 h 396478"/>
                  <a:gd name="connsiteX2" fmla="*/ 108744 w 635397"/>
                  <a:gd name="connsiteY2" fmla="*/ 0 h 396478"/>
                  <a:gd name="connsiteX3" fmla="*/ 255982 w 635397"/>
                  <a:gd name="connsiteY3" fmla="*/ 274637 h 396478"/>
                  <a:gd name="connsiteX4" fmla="*/ 255982 w 635397"/>
                  <a:gd name="connsiteY4" fmla="*/ 0 h 396478"/>
                  <a:gd name="connsiteX5" fmla="*/ 358380 w 635397"/>
                  <a:gd name="connsiteY5" fmla="*/ 0 h 396478"/>
                  <a:gd name="connsiteX6" fmla="*/ 358380 w 635397"/>
                  <a:gd name="connsiteY6" fmla="*/ 156764 h 396478"/>
                  <a:gd name="connsiteX7" fmla="*/ 509185 w 635397"/>
                  <a:gd name="connsiteY7" fmla="*/ 0 h 396478"/>
                  <a:gd name="connsiteX8" fmla="*/ 611581 w 635397"/>
                  <a:gd name="connsiteY8" fmla="*/ 0 h 396478"/>
                  <a:gd name="connsiteX9" fmla="*/ 472278 w 635397"/>
                  <a:gd name="connsiteY9" fmla="*/ 197643 h 396478"/>
                  <a:gd name="connsiteX10" fmla="*/ 635398 w 635397"/>
                  <a:gd name="connsiteY10" fmla="*/ 396478 h 396478"/>
                  <a:gd name="connsiteX11" fmla="*/ 522682 w 635397"/>
                  <a:gd name="connsiteY11" fmla="*/ 396478 h 396478"/>
                  <a:gd name="connsiteX12" fmla="*/ 358380 w 635397"/>
                  <a:gd name="connsiteY12" fmla="*/ 254793 h 396478"/>
                  <a:gd name="connsiteX13" fmla="*/ 358380 w 635397"/>
                  <a:gd name="connsiteY13" fmla="*/ 396478 h 396478"/>
                  <a:gd name="connsiteX14" fmla="*/ 346075 w 635397"/>
                  <a:gd name="connsiteY14" fmla="*/ 396478 h 3964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635397" h="396478" fill="norm" stroke="1" extrusionOk="0">
                    <a:moveTo>
                      <a:pt x="346075" y="396478"/>
                    </a:moveTo>
                    <a:cubicBezTo>
                      <a:pt x="128984" y="396478"/>
                      <a:pt x="5160" y="247650"/>
                      <a:pt x="0" y="0"/>
                    </a:cubicBezTo>
                    <a:lnTo>
                      <a:pt x="108744" y="0"/>
                    </a:lnTo>
                    <a:cubicBezTo>
                      <a:pt x="112316" y="181768"/>
                      <a:pt x="192483" y="258762"/>
                      <a:pt x="255982" y="274637"/>
                    </a:cubicBezTo>
                    <a:lnTo>
                      <a:pt x="255982" y="0"/>
                    </a:lnTo>
                    <a:lnTo>
                      <a:pt x="358380" y="0"/>
                    </a:lnTo>
                    <a:lnTo>
                      <a:pt x="358380" y="156764"/>
                    </a:lnTo>
                    <a:cubicBezTo>
                      <a:pt x="421086" y="150018"/>
                      <a:pt x="486959" y="78581"/>
                      <a:pt x="509185" y="0"/>
                    </a:cubicBezTo>
                    <a:lnTo>
                      <a:pt x="611581" y="0"/>
                    </a:lnTo>
                    <a:cubicBezTo>
                      <a:pt x="594515" y="96838"/>
                      <a:pt x="523078" y="168274"/>
                      <a:pt x="472278" y="197643"/>
                    </a:cubicBezTo>
                    <a:cubicBezTo>
                      <a:pt x="523078" y="221455"/>
                      <a:pt x="604441" y="283765"/>
                      <a:pt x="635398" y="396478"/>
                    </a:cubicBezTo>
                    <a:lnTo>
                      <a:pt x="522682" y="396478"/>
                    </a:lnTo>
                    <a:cubicBezTo>
                      <a:pt x="498472" y="321072"/>
                      <a:pt x="438152" y="262731"/>
                      <a:pt x="358380" y="254793"/>
                    </a:cubicBezTo>
                    <a:lnTo>
                      <a:pt x="358380" y="396478"/>
                    </a:lnTo>
                    <a:lnTo>
                      <a:pt x="346075" y="396478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>
                  <a:defRPr/>
                </a:pPr>
                <a:endParaRPr lang="ru-RU"/>
              </a:p>
            </p:txBody>
          </p:sp>
        </p:grpSp>
      </p:grpSp>
      <p:sp>
        <p:nvSpPr>
          <p:cNvPr id="9" name="Текст 34"/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658813" y="4345304"/>
            <a:ext cx="10224000" cy="276999"/>
          </a:xfrm>
          <a:prstGeom prst="rect">
            <a:avLst/>
          </a:prstGeom>
        </p:spPr>
        <p:txBody>
          <a:bodyPr lIns="36000" bIns="36000" anchor="b">
            <a:spAutoFit/>
          </a:bodyPr>
          <a:lstStyle>
            <a:lvl1pPr marL="0" marR="0" indent="0"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 sz="2000">
                <a:solidFill>
                  <a:schemeClr val="bg1"/>
                </a:solidFill>
                <a:latin typeface="+mn-lt"/>
              </a:defRPr>
            </a:lvl1pPr>
          </a:lstStyle>
          <a:p>
            <a:pPr marL="0" marR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defRPr/>
            </a:pPr>
            <a:r>
              <a:rPr lang="ru-RU"/>
              <a:t>Добавьте подзаголовок — раскройте детали вашей темы</a:t>
            </a:r>
            <a:endParaRPr/>
          </a:p>
        </p:txBody>
      </p:sp>
      <p:sp>
        <p:nvSpPr>
          <p:cNvPr id="11" name="Заголовок 7"/>
          <p:cNvSpPr>
            <a:spLocks noGrp="1"/>
          </p:cNvSpPr>
          <p:nvPr>
            <p:ph type="title" hasCustomPrompt="1"/>
          </p:nvPr>
        </p:nvSpPr>
        <p:spPr bwMode="auto">
          <a:xfrm>
            <a:off x="622261" y="2090074"/>
            <a:ext cx="10220325" cy="1834990"/>
          </a:xfrm>
          <a:prstGeom prst="rect">
            <a:avLst/>
          </a:prstGeom>
        </p:spPr>
        <p:txBody>
          <a:bodyPr vert="horz" wrap="square" lIns="36000" tIns="36000" rIns="36000" bIns="36000" anchor="b">
            <a:spAutoFit/>
          </a:bodyPr>
          <a:lstStyle>
            <a:lvl1pPr>
              <a:defRPr sz="660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ru-RU"/>
              <a:t>Напишите тему презентации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77334" y="692150"/>
            <a:ext cx="10855854" cy="644241"/>
          </a:xfrm>
          <a:prstGeom prst="rect">
            <a:avLst/>
          </a:prstGeom>
        </p:spPr>
        <p:txBody>
          <a:bodyPr vert="horz" lIns="36000" tIns="36000" rIns="36000" bIns="36000" rtlCol="0" anchor="t">
            <a:noAutofit/>
          </a:bodyPr>
          <a:lstStyle/>
          <a:p>
            <a:pPr>
              <a:defRPr/>
            </a:pPr>
            <a:r>
              <a:rPr lang="ru-RU"/>
              <a:t>Образец заголовка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 bwMode="auto">
          <a:xfrm>
            <a:off x="658813" y="1773238"/>
            <a:ext cx="10855851" cy="4464049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  <a:p>
            <a:pPr lvl="1">
              <a:defRPr/>
            </a:pPr>
            <a:r>
              <a:rPr lang="ru-RU"/>
              <a:t>Второй уровень</a:t>
            </a:r>
            <a:endParaRPr/>
          </a:p>
          <a:p>
            <a:pPr lvl="2">
              <a:defRPr/>
            </a:pPr>
            <a:r>
              <a:rPr lang="ru-RU"/>
              <a:t>Третий уровень</a:t>
            </a:r>
            <a:endParaRPr/>
          </a:p>
        </p:txBody>
      </p:sp>
      <p:sp>
        <p:nvSpPr>
          <p:cNvPr id="28" name="Нижний колонтитул 2"/>
          <p:cNvSpPr>
            <a:spLocks noGrp="1"/>
          </p:cNvSpPr>
          <p:nvPr>
            <p:ph type="ftr" sz="quarter" idx="3"/>
          </p:nvPr>
        </p:nvSpPr>
        <p:spPr bwMode="auto">
          <a:xfrm>
            <a:off x="671513" y="167981"/>
            <a:ext cx="10874375" cy="241437"/>
          </a:xfrm>
          <a:prstGeom prst="rect">
            <a:avLst/>
          </a:prstGeom>
        </p:spPr>
        <p:txBody>
          <a:bodyPr lIns="36000"/>
          <a:lstStyle>
            <a:lvl1pPr>
              <a:defRPr lang="ru-RU" sz="1000">
                <a:solidFill>
                  <a:srgbClr val="A6A6A6"/>
                </a:solidFill>
              </a:defRPr>
            </a:lvl1pPr>
          </a:lstStyle>
          <a:p>
            <a:pPr>
              <a:lnSpc>
                <a:spcPct val="90000"/>
              </a:lnSpc>
              <a:spcBef>
                <a:spcPts val="1000"/>
              </a:spcBef>
              <a:buFont typeface="Arial"/>
              <a:buNone/>
              <a:defRPr/>
            </a:pPr>
            <a:endParaRPr lang="ru-RU"/>
          </a:p>
        </p:txBody>
      </p:sp>
      <p:grpSp>
        <p:nvGrpSpPr>
          <p:cNvPr id="6" name="Группа 5"/>
          <p:cNvGrpSpPr/>
          <p:nvPr userDrawn="1"/>
        </p:nvGrpSpPr>
        <p:grpSpPr bwMode="auto"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4" name="Прямая соединительная линия 3"/>
            <p:cNvCxnSpPr>
              <a:cxnSpLocks/>
            </p:cNvCxnSpPr>
            <p:nvPr userDrawn="1"/>
          </p:nvCxnSpPr>
          <p:spPr bwMode="auto">
            <a:xfrm>
              <a:off x="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Прямая соединительная линия 6"/>
            <p:cNvCxnSpPr>
              <a:cxnSpLocks/>
            </p:cNvCxnSpPr>
            <p:nvPr userDrawn="1"/>
          </p:nvCxnSpPr>
          <p:spPr bwMode="auto">
            <a:xfrm>
              <a:off x="67711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Прямая соединительная линия 7"/>
            <p:cNvCxnSpPr>
              <a:cxnSpLocks/>
            </p:cNvCxnSpPr>
            <p:nvPr userDrawn="1"/>
          </p:nvCxnSpPr>
          <p:spPr bwMode="auto">
            <a:xfrm>
              <a:off x="135423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Прямая соединительная линия 8"/>
            <p:cNvCxnSpPr>
              <a:cxnSpLocks/>
            </p:cNvCxnSpPr>
            <p:nvPr userDrawn="1"/>
          </p:nvCxnSpPr>
          <p:spPr bwMode="auto">
            <a:xfrm>
              <a:off x="203135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Прямая соединительная линия 9"/>
            <p:cNvCxnSpPr>
              <a:cxnSpLocks/>
            </p:cNvCxnSpPr>
            <p:nvPr userDrawn="1"/>
          </p:nvCxnSpPr>
          <p:spPr bwMode="auto">
            <a:xfrm>
              <a:off x="270847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Прямая соединительная линия 10"/>
            <p:cNvCxnSpPr>
              <a:cxnSpLocks/>
            </p:cNvCxnSpPr>
            <p:nvPr userDrawn="1"/>
          </p:nvCxnSpPr>
          <p:spPr bwMode="auto">
            <a:xfrm>
              <a:off x="338559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Прямая соединительная линия 11"/>
            <p:cNvCxnSpPr>
              <a:cxnSpLocks/>
            </p:cNvCxnSpPr>
            <p:nvPr userDrawn="1"/>
          </p:nvCxnSpPr>
          <p:spPr bwMode="auto">
            <a:xfrm>
              <a:off x="406271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Прямая соединительная линия 12"/>
            <p:cNvCxnSpPr>
              <a:cxnSpLocks/>
            </p:cNvCxnSpPr>
            <p:nvPr userDrawn="1"/>
          </p:nvCxnSpPr>
          <p:spPr bwMode="auto">
            <a:xfrm>
              <a:off x="473983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Прямая соединительная линия 13"/>
            <p:cNvCxnSpPr>
              <a:cxnSpLocks/>
            </p:cNvCxnSpPr>
            <p:nvPr userDrawn="1"/>
          </p:nvCxnSpPr>
          <p:spPr bwMode="auto">
            <a:xfrm>
              <a:off x="5416952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Прямая соединительная линия 14"/>
            <p:cNvCxnSpPr>
              <a:cxnSpLocks/>
            </p:cNvCxnSpPr>
            <p:nvPr userDrawn="1"/>
          </p:nvCxnSpPr>
          <p:spPr bwMode="auto">
            <a:xfrm>
              <a:off x="6094071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Прямая соединительная линия 15"/>
            <p:cNvCxnSpPr>
              <a:cxnSpLocks/>
            </p:cNvCxnSpPr>
            <p:nvPr userDrawn="1"/>
          </p:nvCxnSpPr>
          <p:spPr bwMode="auto">
            <a:xfrm>
              <a:off x="677119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>
              <a:cxnSpLocks/>
            </p:cNvCxnSpPr>
            <p:nvPr userDrawn="1"/>
          </p:nvCxnSpPr>
          <p:spPr bwMode="auto">
            <a:xfrm>
              <a:off x="744830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Прямая соединительная линия 17"/>
            <p:cNvCxnSpPr>
              <a:cxnSpLocks/>
            </p:cNvCxnSpPr>
            <p:nvPr userDrawn="1"/>
          </p:nvCxnSpPr>
          <p:spPr bwMode="auto">
            <a:xfrm>
              <a:off x="812542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Прямая соединительная линия 18"/>
            <p:cNvCxnSpPr>
              <a:cxnSpLocks/>
            </p:cNvCxnSpPr>
            <p:nvPr userDrawn="1"/>
          </p:nvCxnSpPr>
          <p:spPr bwMode="auto">
            <a:xfrm>
              <a:off x="880254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единительная линия 19"/>
            <p:cNvCxnSpPr>
              <a:cxnSpLocks/>
            </p:cNvCxnSpPr>
            <p:nvPr userDrawn="1"/>
          </p:nvCxnSpPr>
          <p:spPr bwMode="auto">
            <a:xfrm>
              <a:off x="947966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Прямая соединительная линия 20"/>
            <p:cNvCxnSpPr>
              <a:cxnSpLocks/>
            </p:cNvCxnSpPr>
            <p:nvPr userDrawn="1"/>
          </p:nvCxnSpPr>
          <p:spPr bwMode="auto">
            <a:xfrm>
              <a:off x="1015678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Прямая соединительная линия 21"/>
            <p:cNvCxnSpPr>
              <a:cxnSpLocks/>
            </p:cNvCxnSpPr>
            <p:nvPr userDrawn="1"/>
          </p:nvCxnSpPr>
          <p:spPr bwMode="auto">
            <a:xfrm>
              <a:off x="1083390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>
              <a:cxnSpLocks/>
            </p:cNvCxnSpPr>
            <p:nvPr userDrawn="1"/>
          </p:nvCxnSpPr>
          <p:spPr bwMode="auto">
            <a:xfrm>
              <a:off x="1151102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Прямая соединительная линия 23"/>
            <p:cNvCxnSpPr>
              <a:cxnSpLocks/>
            </p:cNvCxnSpPr>
            <p:nvPr userDrawn="1"/>
          </p:nvCxnSpPr>
          <p:spPr bwMode="auto">
            <a:xfrm>
              <a:off x="1218814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Группа 25"/>
          <p:cNvGrpSpPr/>
          <p:nvPr userDrawn="1"/>
        </p:nvGrpSpPr>
        <p:grpSpPr bwMode="auto">
          <a:xfrm>
            <a:off x="-3" y="6987087"/>
            <a:ext cx="12188148" cy="64309"/>
            <a:chOff x="0" y="1773238"/>
            <a:chExt cx="12188148" cy="735184"/>
          </a:xfrm>
        </p:grpSpPr>
        <p:cxnSp>
          <p:nvCxnSpPr>
            <p:cNvPr id="27" name="Прямая соединительная линия 26"/>
            <p:cNvCxnSpPr>
              <a:cxnSpLocks/>
            </p:cNvCxnSpPr>
            <p:nvPr userDrawn="1"/>
          </p:nvCxnSpPr>
          <p:spPr bwMode="auto">
            <a:xfrm>
              <a:off x="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Прямая соединительная линия 28"/>
            <p:cNvCxnSpPr>
              <a:cxnSpLocks/>
            </p:cNvCxnSpPr>
            <p:nvPr userDrawn="1"/>
          </p:nvCxnSpPr>
          <p:spPr bwMode="auto">
            <a:xfrm>
              <a:off x="67711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Прямая соединительная линия 29"/>
            <p:cNvCxnSpPr>
              <a:cxnSpLocks/>
            </p:cNvCxnSpPr>
            <p:nvPr userDrawn="1"/>
          </p:nvCxnSpPr>
          <p:spPr bwMode="auto">
            <a:xfrm>
              <a:off x="135423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Прямая соединительная линия 30"/>
            <p:cNvCxnSpPr>
              <a:cxnSpLocks/>
            </p:cNvCxnSpPr>
            <p:nvPr userDrawn="1"/>
          </p:nvCxnSpPr>
          <p:spPr bwMode="auto">
            <a:xfrm>
              <a:off x="203135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Прямая соединительная линия 31"/>
            <p:cNvCxnSpPr>
              <a:cxnSpLocks/>
            </p:cNvCxnSpPr>
            <p:nvPr userDrawn="1"/>
          </p:nvCxnSpPr>
          <p:spPr bwMode="auto">
            <a:xfrm>
              <a:off x="270847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Прямая соединительная линия 32"/>
            <p:cNvCxnSpPr>
              <a:cxnSpLocks/>
            </p:cNvCxnSpPr>
            <p:nvPr userDrawn="1"/>
          </p:nvCxnSpPr>
          <p:spPr bwMode="auto">
            <a:xfrm>
              <a:off x="338559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Прямая соединительная линия 33"/>
            <p:cNvCxnSpPr>
              <a:cxnSpLocks/>
            </p:cNvCxnSpPr>
            <p:nvPr userDrawn="1"/>
          </p:nvCxnSpPr>
          <p:spPr bwMode="auto">
            <a:xfrm>
              <a:off x="406271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Прямая соединительная линия 34"/>
            <p:cNvCxnSpPr>
              <a:cxnSpLocks/>
            </p:cNvCxnSpPr>
            <p:nvPr userDrawn="1"/>
          </p:nvCxnSpPr>
          <p:spPr bwMode="auto">
            <a:xfrm>
              <a:off x="473983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Прямая соединительная линия 35"/>
            <p:cNvCxnSpPr>
              <a:cxnSpLocks/>
            </p:cNvCxnSpPr>
            <p:nvPr userDrawn="1"/>
          </p:nvCxnSpPr>
          <p:spPr bwMode="auto">
            <a:xfrm>
              <a:off x="5416952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Прямая соединительная линия 36"/>
            <p:cNvCxnSpPr>
              <a:cxnSpLocks/>
            </p:cNvCxnSpPr>
            <p:nvPr userDrawn="1"/>
          </p:nvCxnSpPr>
          <p:spPr bwMode="auto">
            <a:xfrm>
              <a:off x="6094071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Прямая соединительная линия 37"/>
            <p:cNvCxnSpPr>
              <a:cxnSpLocks/>
            </p:cNvCxnSpPr>
            <p:nvPr userDrawn="1"/>
          </p:nvCxnSpPr>
          <p:spPr bwMode="auto">
            <a:xfrm>
              <a:off x="6771190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Прямая соединительная линия 38"/>
            <p:cNvCxnSpPr>
              <a:cxnSpLocks/>
            </p:cNvCxnSpPr>
            <p:nvPr userDrawn="1"/>
          </p:nvCxnSpPr>
          <p:spPr bwMode="auto">
            <a:xfrm>
              <a:off x="7448309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Прямая соединительная линия 39"/>
            <p:cNvCxnSpPr>
              <a:cxnSpLocks/>
            </p:cNvCxnSpPr>
            <p:nvPr userDrawn="1"/>
          </p:nvCxnSpPr>
          <p:spPr bwMode="auto">
            <a:xfrm>
              <a:off x="812542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Прямая соединительная линия 40"/>
            <p:cNvCxnSpPr>
              <a:cxnSpLocks/>
            </p:cNvCxnSpPr>
            <p:nvPr userDrawn="1"/>
          </p:nvCxnSpPr>
          <p:spPr bwMode="auto">
            <a:xfrm>
              <a:off x="8802547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Прямая соединительная линия 41"/>
            <p:cNvCxnSpPr>
              <a:cxnSpLocks/>
            </p:cNvCxnSpPr>
            <p:nvPr userDrawn="1"/>
          </p:nvCxnSpPr>
          <p:spPr bwMode="auto">
            <a:xfrm>
              <a:off x="9479666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Прямая соединительная линия 42"/>
            <p:cNvCxnSpPr>
              <a:cxnSpLocks/>
            </p:cNvCxnSpPr>
            <p:nvPr userDrawn="1"/>
          </p:nvCxnSpPr>
          <p:spPr bwMode="auto">
            <a:xfrm>
              <a:off x="10156785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Прямая соединительная линия 43"/>
            <p:cNvCxnSpPr>
              <a:cxnSpLocks/>
            </p:cNvCxnSpPr>
            <p:nvPr userDrawn="1"/>
          </p:nvCxnSpPr>
          <p:spPr bwMode="auto">
            <a:xfrm>
              <a:off x="10833904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Прямая соединительная линия 44"/>
            <p:cNvCxnSpPr>
              <a:cxnSpLocks/>
            </p:cNvCxnSpPr>
            <p:nvPr userDrawn="1"/>
          </p:nvCxnSpPr>
          <p:spPr bwMode="auto">
            <a:xfrm>
              <a:off x="11511023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Прямая соединительная линия 45"/>
            <p:cNvCxnSpPr>
              <a:cxnSpLocks/>
            </p:cNvCxnSpPr>
            <p:nvPr userDrawn="1"/>
          </p:nvCxnSpPr>
          <p:spPr bwMode="auto">
            <a:xfrm>
              <a:off x="12188148" y="1773238"/>
              <a:ext cx="0" cy="73518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7" name="Номер слайда 46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0956202-0F3D-46A8-998A-7F8C3D41C4CE}" type="slidenum">
              <a:rPr lang="ru-RU"/>
              <a:t/>
            </a:fld>
            <a:endParaRPr lang="ru-RU"/>
          </a:p>
        </p:txBody>
      </p:sp>
      <p:sp>
        <p:nvSpPr>
          <p:cNvPr id="48" name="Дата 47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2FF4040-B015-476A-AC1A-51BBF9D79528}" type="datetimeFigureOut">
              <a:rPr lang="ru-RU"/>
              <a:t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dt="0" ftr="0" hdr="0" sldNum="0"/>
  <p:txStyles>
    <p:titleStyle>
      <a:lvl1pPr algn="l" defTabSz="914400">
        <a:lnSpc>
          <a:spcPct val="90000"/>
        </a:lnSpc>
        <a:spcBef>
          <a:spcPts val="0"/>
        </a:spcBef>
        <a:buNone/>
        <a:defRPr sz="28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>
        <a:lnSpc>
          <a:spcPct val="110000"/>
        </a:lnSpc>
        <a:spcBef>
          <a:spcPts val="1000"/>
        </a:spcBef>
        <a:buFont typeface="Arial"/>
        <a:buNone/>
        <a:defRPr sz="1600">
          <a:solidFill>
            <a:schemeClr val="tx1"/>
          </a:solidFill>
          <a:latin typeface="+mn-lt"/>
          <a:ea typeface="+mn-ea"/>
          <a:cs typeface="+mn-cs"/>
        </a:defRPr>
      </a:lvl1pPr>
      <a:lvl2pPr marL="255588" indent="-255588" algn="l" defTabSz="914400">
        <a:lnSpc>
          <a:spcPct val="110000"/>
        </a:lnSpc>
        <a:spcBef>
          <a:spcPts val="500"/>
        </a:spcBef>
        <a:buClr>
          <a:schemeClr val="accent1"/>
        </a:buClr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2pPr>
      <a:lvl3pPr marL="539750" indent="-269875" algn="l" defTabSz="914400">
        <a:lnSpc>
          <a:spcPct val="110000"/>
        </a:lnSpc>
        <a:spcBef>
          <a:spcPts val="500"/>
        </a:spcBef>
        <a:buFont typeface="Системный шрифт, обычный"/>
        <a:buChar char="−"/>
        <a:defRPr sz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 bwMode="auto">
          <a:xfrm>
            <a:off x="1807534" y="3168502"/>
            <a:ext cx="0" cy="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endParaRPr lang="ru-RU" sz="1600"/>
          </a:p>
        </p:txBody>
      </p:sp>
      <p:sp>
        <p:nvSpPr>
          <p:cNvPr id="3" name="TextBox 2"/>
          <p:cNvSpPr txBox="1"/>
          <p:nvPr/>
        </p:nvSpPr>
        <p:spPr bwMode="auto">
          <a:xfrm rot="8230509">
            <a:off x="1343770" y="3379304"/>
            <a:ext cx="0" cy="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endParaRPr lang="ru-RU" sz="1600"/>
          </a:p>
        </p:txBody>
      </p:sp>
      <p:sp>
        <p:nvSpPr>
          <p:cNvPr id="7" name="TextBox 6"/>
          <p:cNvSpPr txBox="1"/>
          <p:nvPr/>
        </p:nvSpPr>
        <p:spPr bwMode="auto">
          <a:xfrm>
            <a:off x="1812897" y="3339548"/>
            <a:ext cx="0" cy="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endParaRPr lang="ru-RU" sz="1600"/>
          </a:p>
        </p:txBody>
      </p:sp>
      <p:grpSp>
        <p:nvGrpSpPr>
          <p:cNvPr id="20" name="Группа 19"/>
          <p:cNvGrpSpPr/>
          <p:nvPr/>
        </p:nvGrpSpPr>
        <p:grpSpPr bwMode="auto">
          <a:xfrm>
            <a:off x="260220" y="0"/>
            <a:ext cx="12177809" cy="6858000"/>
            <a:chOff x="0" y="0"/>
            <a:chExt cx="12177809" cy="6858000"/>
          </a:xfrm>
        </p:grpSpPr>
        <p:pic>
          <p:nvPicPr>
            <p:cNvPr id="17" name="Рисунок 16"/>
            <p:cNvPicPr>
              <a:picLocks noChangeAspect="1"/>
            </p:cNvPicPr>
            <p:nvPr/>
          </p:nvPicPr>
          <p:blipFill>
            <a:blip r:embed="rId2"/>
            <a:stretch/>
          </p:blipFill>
          <p:spPr bwMode="auto">
            <a:xfrm>
              <a:off x="2729185" y="0"/>
              <a:ext cx="9448624" cy="6858000"/>
            </a:xfrm>
            <a:prstGeom prst="rect">
              <a:avLst/>
            </a:prstGeom>
          </p:spPr>
        </p:pic>
        <p:sp>
          <p:nvSpPr>
            <p:cNvPr id="19" name="Прямоугольник 18"/>
            <p:cNvSpPr/>
            <p:nvPr/>
          </p:nvSpPr>
          <p:spPr bwMode="auto">
            <a:xfrm>
              <a:off x="0" y="0"/>
              <a:ext cx="3005593" cy="6858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>
                <a:defRPr/>
              </a:pPr>
              <a:endParaRPr lang="ru-RU"/>
            </a:p>
          </p:txBody>
        </p:sp>
      </p:grpSp>
      <p:sp>
        <p:nvSpPr>
          <p:cNvPr id="23" name="TextBox 22"/>
          <p:cNvSpPr txBox="1"/>
          <p:nvPr/>
        </p:nvSpPr>
        <p:spPr bwMode="auto">
          <a:xfrm>
            <a:off x="260220" y="4449880"/>
            <a:ext cx="7164708" cy="1055094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ru-RU" sz="3200">
                <a:latin typeface="Arial"/>
                <a:cs typeface="Arial"/>
              </a:rPr>
              <a:t>Название инициативы </a:t>
            </a:r>
            <a:endParaRPr/>
          </a:p>
          <a:p>
            <a:pPr algn="l">
              <a:spcAft>
                <a:spcPts val="600"/>
              </a:spcAft>
              <a:defRPr/>
            </a:pPr>
            <a:r>
              <a:rPr lang="ru-RU" sz="3200">
                <a:latin typeface="Arial"/>
                <a:cs typeface="Arial"/>
              </a:rPr>
              <a:t>в две строки или в одну</a:t>
            </a:r>
            <a:endParaRPr/>
          </a:p>
        </p:txBody>
      </p:sp>
      <p:cxnSp>
        <p:nvCxnSpPr>
          <p:cNvPr id="25" name="Прямая соединительная линия 24"/>
          <p:cNvCxnSpPr>
            <a:cxnSpLocks/>
          </p:cNvCxnSpPr>
          <p:nvPr/>
        </p:nvCxnSpPr>
        <p:spPr bwMode="auto">
          <a:xfrm>
            <a:off x="260220" y="4370832"/>
            <a:ext cx="1321692" cy="0"/>
          </a:xfrm>
          <a:prstGeom prst="line">
            <a:avLst/>
          </a:prstGeom>
          <a:ln w="28575">
            <a:solidFill>
              <a:srgbClr val="66AD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260220" y="5948235"/>
            <a:ext cx="1515616" cy="466503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>
            <a:cxnSpLocks/>
          </p:cNvCxnSpPr>
          <p:nvPr/>
        </p:nvCxnSpPr>
        <p:spPr bwMode="auto">
          <a:xfrm>
            <a:off x="5596128" y="822850"/>
            <a:ext cx="6062471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 bwMode="auto">
          <a:xfrm>
            <a:off x="381375" y="317926"/>
            <a:ext cx="4071752" cy="556145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ru-RU" sz="3200" b="1">
                <a:latin typeface="Arial"/>
                <a:cs typeface="Arial"/>
              </a:rPr>
              <a:t>Слайд представления команды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1627632" y="1481328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endParaRPr lang="ru-RU" sz="160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0142984" y="317926"/>
            <a:ext cx="1515616" cy="466503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>
            <a:cxnSpLocks/>
          </p:cNvCxnSpPr>
          <p:nvPr/>
        </p:nvCxnSpPr>
        <p:spPr bwMode="auto">
          <a:xfrm>
            <a:off x="5596128" y="822850"/>
            <a:ext cx="6062471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 bwMode="auto">
          <a:xfrm>
            <a:off x="381375" y="317926"/>
            <a:ext cx="4071752" cy="556145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ru-RU" sz="3200" b="1">
                <a:latin typeface="Arial"/>
                <a:cs typeface="Arial"/>
              </a:rPr>
              <a:t>Контекст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1627632" y="1481328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endParaRPr lang="ru-RU" sz="1600"/>
          </a:p>
        </p:txBody>
      </p:sp>
      <p:sp>
        <p:nvSpPr>
          <p:cNvPr id="13" name="TextBox 12"/>
          <p:cNvSpPr txBox="1"/>
          <p:nvPr/>
        </p:nvSpPr>
        <p:spPr bwMode="auto">
          <a:xfrm>
            <a:off x="353943" y="1104797"/>
            <a:ext cx="4536109" cy="3392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lang="ru-RU" sz="1600">
                <a:cs typeface="Arial"/>
              </a:rPr>
              <a:t>Ключевой тезис, описывающий контекст. Описание должно быть емким и укладываться и укладываться в одно два предложения</a:t>
            </a:r>
            <a:endParaRPr/>
          </a:p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endParaRPr lang="ru-RU" sz="1600">
              <a:cs typeface="Arial"/>
            </a:endParaRPr>
          </a:p>
          <a:p>
            <a:pPr marL="285750" indent="-285750" algn="l">
              <a:spcBef>
                <a:spcPts val="750"/>
              </a:spcBef>
              <a:buFont typeface="Wingdings"/>
              <a:buChar char="§"/>
              <a:defRPr/>
            </a:pPr>
            <a:r>
              <a:rPr lang="ru-RU" sz="1600" i="0">
                <a:cs typeface="Arial"/>
              </a:rPr>
              <a:t>Описывает происхождение задачи</a:t>
            </a:r>
            <a:endParaRPr/>
          </a:p>
          <a:p>
            <a:pPr marL="285750" indent="-285750" algn="l">
              <a:spcBef>
                <a:spcPts val="750"/>
              </a:spcBef>
              <a:buFont typeface="Wingdings"/>
              <a:buChar char="§"/>
              <a:defRPr/>
            </a:pPr>
            <a:r>
              <a:rPr lang="ru-RU" sz="1600" i="0">
                <a:cs typeface="Arial"/>
              </a:rPr>
              <a:t>Описывает специфику задачи или особенности реализации</a:t>
            </a:r>
            <a:endParaRPr/>
          </a:p>
          <a:p>
            <a:pPr marL="285750" indent="-285750" algn="l">
              <a:spcBef>
                <a:spcPts val="750"/>
              </a:spcBef>
              <a:buFont typeface="Wingdings"/>
              <a:buChar char="§"/>
              <a:defRPr/>
            </a:pPr>
            <a:r>
              <a:rPr lang="ru-RU" sz="1600" i="0">
                <a:cs typeface="Arial"/>
              </a:rPr>
              <a:t>Описывает связи с другими задачами или другие зависимости</a:t>
            </a:r>
            <a:endParaRPr/>
          </a:p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endParaRPr lang="ru-RU" sz="1600">
              <a:cs typeface="Arial"/>
            </a:endParaRPr>
          </a:p>
        </p:txBody>
      </p:sp>
      <p:sp>
        <p:nvSpPr>
          <p:cNvPr id="3" name="TextBox 2"/>
          <p:cNvSpPr txBox="1"/>
          <p:nvPr/>
        </p:nvSpPr>
        <p:spPr bwMode="auto">
          <a:xfrm>
            <a:off x="353942" y="6120792"/>
            <a:ext cx="4536109" cy="419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lang="ru-RU" sz="1000"/>
              <a:t>Источник: укажите название и сделайте гиперссылку. Это может быть </a:t>
            </a:r>
            <a:r>
              <a:rPr lang="ru-RU" sz="1000"/>
              <a:t>дашборд</a:t>
            </a:r>
            <a:r>
              <a:rPr lang="ru-RU" sz="1000"/>
              <a:t>, </a:t>
            </a:r>
            <a:r>
              <a:rPr lang="en-US" sz="1000"/>
              <a:t>UX </a:t>
            </a:r>
            <a:r>
              <a:rPr lang="ru-RU" sz="1000"/>
              <a:t>исследование, аналитический </a:t>
            </a:r>
            <a:r>
              <a:rPr lang="ru-RU" sz="1000"/>
              <a:t>ресерчем</a:t>
            </a:r>
            <a:endParaRPr lang="ru-RU" sz="1000">
              <a:latin typeface="Arial"/>
              <a:cs typeface="Arial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0142984" y="317926"/>
            <a:ext cx="1515616" cy="466503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>
            <a:cxnSpLocks/>
          </p:cNvCxnSpPr>
          <p:nvPr/>
        </p:nvCxnSpPr>
        <p:spPr bwMode="auto">
          <a:xfrm>
            <a:off x="5596128" y="822850"/>
            <a:ext cx="6062471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 bwMode="auto">
          <a:xfrm>
            <a:off x="381375" y="317926"/>
            <a:ext cx="4071752" cy="556145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ru-RU" sz="3200" b="1">
                <a:latin typeface="Arial"/>
                <a:cs typeface="Arial"/>
              </a:rPr>
              <a:t>Проблема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1627632" y="1481328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endParaRPr lang="ru-RU" sz="1600"/>
          </a:p>
        </p:txBody>
      </p:sp>
      <p:sp>
        <p:nvSpPr>
          <p:cNvPr id="13" name="TextBox 12"/>
          <p:cNvSpPr txBox="1"/>
          <p:nvPr/>
        </p:nvSpPr>
        <p:spPr bwMode="auto">
          <a:xfrm>
            <a:off x="353943" y="1104797"/>
            <a:ext cx="4967865" cy="4427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lang="ru-RU" sz="1600">
                <a:cs typeface="Arial"/>
              </a:rPr>
              <a:t>Ключевой тезис, описывающий проблему. Описание должно быть емким и укладываться в одно два предложения</a:t>
            </a:r>
            <a:endParaRPr/>
          </a:p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endParaRPr lang="ru-RU" sz="1600">
              <a:cs typeface="Arial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lang="ru-RU" sz="1600" b="1">
                <a:latin typeface="VK Sans Display Medium"/>
                <a:cs typeface="Arial"/>
              </a:rPr>
              <a:t>Аудитория</a:t>
            </a:r>
            <a:endParaRPr/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/>
              <a:buChar char="•"/>
              <a:defRPr/>
            </a:pPr>
            <a:r>
              <a:rPr lang="ru-RU" sz="1600" b="0" i="0">
                <a:cs typeface="Arial"/>
              </a:rPr>
              <a:t>Описываем размер и сегмент аудиторию (</a:t>
            </a:r>
            <a:r>
              <a:rPr lang="en" sz="1600" b="0" i="0">
                <a:cs typeface="Arial"/>
              </a:rPr>
              <a:t>DAU </a:t>
            </a:r>
            <a:r>
              <a:rPr lang="ru-RU" sz="1600" b="0" i="0">
                <a:cs typeface="Arial"/>
              </a:rPr>
              <a:t>и доля от всех пользователей)</a:t>
            </a:r>
            <a:endParaRPr/>
          </a:p>
          <a:p>
            <a:pPr>
              <a:lnSpc>
                <a:spcPct val="110000"/>
              </a:lnSpc>
              <a:spcAft>
                <a:spcPts val="600"/>
              </a:spcAft>
              <a:defRPr/>
            </a:pPr>
            <a:endParaRPr lang="ru-RU" sz="1600">
              <a:cs typeface="Arial"/>
            </a:endParaRPr>
          </a:p>
          <a:p>
            <a:pPr>
              <a:lnSpc>
                <a:spcPct val="110000"/>
              </a:lnSpc>
              <a:spcAft>
                <a:spcPts val="600"/>
              </a:spcAft>
              <a:defRPr/>
            </a:pPr>
            <a:r>
              <a:rPr lang="ru-RU" sz="1600" b="1">
                <a:latin typeface="VK Sans Display Medium"/>
                <a:cs typeface="Arial"/>
              </a:rPr>
              <a:t>Сигналы</a:t>
            </a:r>
            <a:endParaRPr/>
          </a:p>
          <a:p>
            <a:pPr marL="285750" indent="-285750" algn="l">
              <a:spcBef>
                <a:spcPts val="750"/>
              </a:spcBef>
              <a:buFont typeface="Wingdings"/>
              <a:buChar char="§"/>
              <a:defRPr/>
            </a:pPr>
            <a:r>
              <a:rPr lang="ru-RU" sz="1600" b="0" i="0">
                <a:solidFill>
                  <a:srgbClr val="172B4D"/>
                </a:solidFill>
              </a:rPr>
              <a:t>Подойдут обращения в саппорт, тесты, аналитические </a:t>
            </a:r>
            <a:r>
              <a:rPr lang="ru-RU" sz="1600" b="0" i="0">
                <a:solidFill>
                  <a:srgbClr val="172B4D"/>
                </a:solidFill>
              </a:rPr>
              <a:t>ресерчи</a:t>
            </a:r>
            <a:r>
              <a:rPr lang="ru-RU" sz="1600" b="0" i="0">
                <a:solidFill>
                  <a:srgbClr val="172B4D"/>
                </a:solidFill>
              </a:rPr>
              <a:t>, результаты исследования и т.д.</a:t>
            </a:r>
            <a:endParaRPr/>
          </a:p>
          <a:p>
            <a:pPr marL="285750" indent="-285750" algn="l">
              <a:spcBef>
                <a:spcPts val="750"/>
              </a:spcBef>
              <a:buFont typeface="Wingdings"/>
              <a:buChar char="§"/>
              <a:defRPr/>
            </a:pPr>
            <a:r>
              <a:rPr lang="ru-RU" sz="1600" b="0" i="0">
                <a:solidFill>
                  <a:srgbClr val="172B4D"/>
                </a:solidFill>
              </a:rPr>
              <a:t>Все качественные исследования должны быть </a:t>
            </a:r>
            <a:r>
              <a:rPr lang="ru-RU" sz="1600" b="0" i="0">
                <a:solidFill>
                  <a:schemeClr val="accent3"/>
                </a:solidFill>
              </a:rPr>
              <a:t>подтверждены количественно</a:t>
            </a:r>
            <a:endParaRPr lang="ru-RU" sz="1600" b="0" i="0">
              <a:solidFill>
                <a:schemeClr val="accent3"/>
              </a:solidFill>
              <a:cs typeface="Arial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0142984" y="317926"/>
            <a:ext cx="1515616" cy="466503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>
            <a:cxnSpLocks/>
          </p:cNvCxnSpPr>
          <p:nvPr/>
        </p:nvCxnSpPr>
        <p:spPr bwMode="auto">
          <a:xfrm>
            <a:off x="5596128" y="822850"/>
            <a:ext cx="6062471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 bwMode="auto">
          <a:xfrm>
            <a:off x="381375" y="317926"/>
            <a:ext cx="4071752" cy="556145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ru-RU" sz="3200" b="1">
                <a:latin typeface="Arial"/>
                <a:cs typeface="Arial"/>
              </a:rPr>
              <a:t>Сценарий </a:t>
            </a:r>
            <a:r>
              <a:rPr lang="en-US" sz="3200" b="1">
                <a:latin typeface="Arial"/>
                <a:cs typeface="Arial"/>
              </a:rPr>
              <a:t>AS IS</a:t>
            </a:r>
            <a:endParaRPr lang="ru-RU" sz="3200" b="1">
              <a:latin typeface="Arial"/>
              <a:cs typeface="Arial"/>
            </a:endParaRPr>
          </a:p>
        </p:txBody>
      </p:sp>
      <p:sp>
        <p:nvSpPr>
          <p:cNvPr id="9" name="TextBox 8"/>
          <p:cNvSpPr txBox="1"/>
          <p:nvPr/>
        </p:nvSpPr>
        <p:spPr bwMode="auto">
          <a:xfrm>
            <a:off x="1627632" y="1481328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endParaRPr lang="ru-RU" sz="1600"/>
          </a:p>
        </p:txBody>
      </p:sp>
      <p:sp>
        <p:nvSpPr>
          <p:cNvPr id="13" name="TextBox 12"/>
          <p:cNvSpPr txBox="1"/>
          <p:nvPr/>
        </p:nvSpPr>
        <p:spPr bwMode="auto">
          <a:xfrm>
            <a:off x="353944" y="1104797"/>
            <a:ext cx="4536108" cy="2896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lang="ru-RU" sz="1600">
                <a:cs typeface="Arial"/>
              </a:rPr>
              <a:t>Опиши как сейчас пользователи ведут себя на платформе или решают проблему. Не придумывай, ориентируйся на исследования</a:t>
            </a:r>
            <a:endParaRPr/>
          </a:p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endParaRPr lang="ru-RU" sz="1600">
              <a:cs typeface="Arial"/>
            </a:endParaRPr>
          </a:p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lang="ru-RU" sz="1600" b="1">
                <a:latin typeface="VK Sans Display Medium"/>
                <a:cs typeface="Arial"/>
              </a:rPr>
              <a:t>Поведение пользователя</a:t>
            </a:r>
            <a:endParaRPr/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/>
              <a:buChar char="•"/>
              <a:defRPr/>
            </a:pPr>
            <a:r>
              <a:rPr lang="ru-RU" sz="1600" b="0" i="0">
                <a:cs typeface="Arial"/>
              </a:rPr>
              <a:t>Инсайт из исследования</a:t>
            </a:r>
            <a:endParaRPr/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/>
              <a:buChar char="•"/>
              <a:defRPr/>
            </a:pPr>
            <a:r>
              <a:rPr lang="ru-RU" sz="1600" b="0" i="0">
                <a:cs typeface="Arial"/>
              </a:rPr>
              <a:t>Инсайт из исследования</a:t>
            </a:r>
            <a:endParaRPr/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Arial"/>
              <a:buChar char="•"/>
              <a:defRPr/>
            </a:pPr>
            <a:r>
              <a:rPr lang="ru-RU" sz="1600" b="0" i="0">
                <a:cs typeface="Arial"/>
              </a:rPr>
              <a:t>Инсайт из исследования</a:t>
            </a:r>
            <a:endParaRPr/>
          </a:p>
        </p:txBody>
      </p:sp>
      <p:sp>
        <p:nvSpPr>
          <p:cNvPr id="2" name="TextBox 1"/>
          <p:cNvSpPr txBox="1"/>
          <p:nvPr/>
        </p:nvSpPr>
        <p:spPr bwMode="auto">
          <a:xfrm>
            <a:off x="353942" y="6120792"/>
            <a:ext cx="4536109" cy="419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lang="ru-RU" sz="1000"/>
              <a:t>Источник: укажите название и сделайте гиперссылку. Это может быть </a:t>
            </a:r>
            <a:r>
              <a:rPr lang="ru-RU" sz="1000"/>
              <a:t>дашборд</a:t>
            </a:r>
            <a:r>
              <a:rPr lang="ru-RU" sz="1000"/>
              <a:t>, </a:t>
            </a:r>
            <a:r>
              <a:rPr lang="en-US" sz="1000"/>
              <a:t>UX </a:t>
            </a:r>
            <a:r>
              <a:rPr lang="ru-RU" sz="1000"/>
              <a:t>исследование, аналитический </a:t>
            </a:r>
            <a:r>
              <a:rPr lang="ru-RU" sz="1000"/>
              <a:t>ресерчем</a:t>
            </a:r>
            <a:endParaRPr lang="ru-RU" sz="1000">
              <a:latin typeface="Arial"/>
              <a:cs typeface="Arial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0142984" y="314713"/>
            <a:ext cx="1515616" cy="466503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>
            <a:cxnSpLocks/>
          </p:cNvCxnSpPr>
          <p:nvPr/>
        </p:nvCxnSpPr>
        <p:spPr bwMode="auto">
          <a:xfrm>
            <a:off x="5596128" y="822850"/>
            <a:ext cx="6062471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 bwMode="auto">
          <a:xfrm>
            <a:off x="381375" y="317926"/>
            <a:ext cx="4071752" cy="556145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ru-RU" sz="3200" b="1">
                <a:latin typeface="Arial"/>
                <a:cs typeface="Arial"/>
              </a:rPr>
              <a:t>Гипотеза решения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1627632" y="1481328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endParaRPr lang="ru-RU" sz="1600"/>
          </a:p>
        </p:txBody>
      </p:sp>
      <p:sp>
        <p:nvSpPr>
          <p:cNvPr id="2" name="TextBox 1"/>
          <p:cNvSpPr txBox="1"/>
          <p:nvPr/>
        </p:nvSpPr>
        <p:spPr bwMode="auto">
          <a:xfrm>
            <a:off x="1800585" y="1473375"/>
            <a:ext cx="739222" cy="975959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endParaRPr lang="ru-RU" sz="1600"/>
          </a:p>
        </p:txBody>
      </p:sp>
      <p:sp>
        <p:nvSpPr>
          <p:cNvPr id="3" name="Rectangle: Rounded Corners 17"/>
          <p:cNvSpPr/>
          <p:nvPr/>
        </p:nvSpPr>
        <p:spPr bwMode="auto">
          <a:xfrm>
            <a:off x="381375" y="1038317"/>
            <a:ext cx="4759451" cy="5335319"/>
          </a:xfrm>
          <a:prstGeom prst="roundRect">
            <a:avLst>
              <a:gd name="adj" fmla="val 3161"/>
            </a:avLst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1" i="0" u="none" strike="noStrike" cap="none" spc="0">
              <a:ln>
                <a:noFill/>
              </a:ln>
              <a:solidFill>
                <a:srgbClr val="000000"/>
              </a:solidFill>
              <a:latin typeface="SF Pro Text Light"/>
              <a:ea typeface="Arial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578673" y="1343184"/>
            <a:ext cx="3020509" cy="29353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ru-RU" sz="1400" b="1" i="0" u="none" strike="noStrike" cap="none" spc="0">
                <a:ln>
                  <a:noFill/>
                </a:ln>
                <a:solidFill>
                  <a:srgbClr val="0077FF"/>
                </a:solidFill>
                <a:latin typeface="SF Pro Text"/>
                <a:ea typeface="SF Pro Text"/>
                <a:cs typeface="Arial"/>
              </a:rPr>
              <a:t>Гипотеза</a:t>
            </a:r>
            <a:endParaRPr/>
          </a:p>
        </p:txBody>
      </p:sp>
      <p:cxnSp>
        <p:nvCxnSpPr>
          <p:cNvPr id="7" name="Прямая соединительная линия 7"/>
          <p:cNvCxnSpPr>
            <a:cxnSpLocks/>
          </p:cNvCxnSpPr>
          <p:nvPr/>
        </p:nvCxnSpPr>
        <p:spPr bwMode="auto">
          <a:xfrm>
            <a:off x="578672" y="1711266"/>
            <a:ext cx="44011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 bwMode="auto">
          <a:xfrm>
            <a:off x="573849" y="1859857"/>
            <a:ext cx="4401125" cy="984885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>
              <a:buClr>
                <a:srgbClr val="0077FF"/>
              </a:buClr>
              <a:defRPr/>
            </a:pPr>
            <a:r>
              <a:rPr lang="ru-RU" sz="1400">
                <a:solidFill>
                  <a:srgbClr val="0077FF"/>
                </a:solidFill>
                <a:latin typeface="SF Pro Text Light"/>
              </a:rPr>
              <a:t>Гипотеза: </a:t>
            </a:r>
            <a:r>
              <a:rPr lang="ru-RU" sz="1400" i="0">
                <a:cs typeface="Arial"/>
              </a:rPr>
              <a:t>Если делаем </a:t>
            </a:r>
            <a:r>
              <a:rPr lang="en" sz="1400" i="0">
                <a:cs typeface="Arial"/>
              </a:rPr>
              <a:t>X, </a:t>
            </a:r>
            <a:r>
              <a:rPr lang="ru-RU" sz="1400" i="0">
                <a:cs typeface="Arial"/>
              </a:rPr>
              <a:t>то произойдет </a:t>
            </a:r>
            <a:r>
              <a:rPr lang="en" sz="1400" i="0">
                <a:cs typeface="Arial"/>
              </a:rPr>
              <a:t>Y, </a:t>
            </a:r>
            <a:r>
              <a:rPr lang="ru-RU" sz="1400" i="0">
                <a:cs typeface="Arial"/>
              </a:rPr>
              <a:t>потому что </a:t>
            </a:r>
            <a:r>
              <a:rPr lang="en" sz="1400" i="0">
                <a:cs typeface="Arial"/>
              </a:rPr>
              <a:t>Z, </a:t>
            </a:r>
            <a:r>
              <a:rPr lang="ru-RU" sz="1400" i="0">
                <a:cs typeface="Arial"/>
              </a:rPr>
              <a:t>а значит метрика </a:t>
            </a:r>
            <a:r>
              <a:rPr lang="en" sz="1400" i="0">
                <a:cs typeface="Arial"/>
              </a:rPr>
              <a:t>M </a:t>
            </a:r>
            <a:r>
              <a:rPr lang="ru-RU" sz="1400" i="0">
                <a:cs typeface="Arial"/>
              </a:rPr>
              <a:t>вырастет на </a:t>
            </a:r>
            <a:r>
              <a:rPr lang="en" sz="1400" i="0">
                <a:cs typeface="Arial"/>
              </a:rPr>
              <a:t>N%</a:t>
            </a:r>
            <a:r>
              <a:rPr lang="ru-RU" sz="1400" i="0">
                <a:cs typeface="Arial"/>
              </a:rPr>
              <a:t>. Между всем элементами гипотезами должна прослеживаться причинно</a:t>
            </a:r>
            <a:r>
              <a:rPr lang="ru-RU" sz="1400">
                <a:cs typeface="Arial"/>
              </a:rPr>
              <a:t>-</a:t>
            </a:r>
            <a:r>
              <a:rPr lang="ru-RU" sz="1400" i="0">
                <a:cs typeface="Arial"/>
              </a:rPr>
              <a:t>следственная связь</a:t>
            </a:r>
            <a:endParaRPr lang="ru-RU" sz="1400" b="0" i="0" u="none" strike="noStrike" cap="none" spc="0">
              <a:ln>
                <a:noFill/>
              </a:ln>
              <a:solidFill>
                <a:srgbClr val="0077FF"/>
              </a:solidFill>
              <a:latin typeface="SF Pro Text Light"/>
              <a:ea typeface="Arial"/>
              <a:cs typeface="Arial"/>
            </a:endParaRP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Tx/>
              <a:buNone/>
              <a:defRPr/>
            </a:pPr>
            <a:endParaRPr lang="ru-RU" sz="800" b="0" i="0" u="none" strike="noStrike" cap="none" spc="0">
              <a:ln>
                <a:noFill/>
              </a:ln>
              <a:solidFill>
                <a:srgbClr val="0077FF"/>
              </a:solidFill>
              <a:latin typeface="SF Pro Text Light"/>
              <a:ea typeface="Arial"/>
              <a:cs typeface="Arial"/>
            </a:endParaRPr>
          </a:p>
        </p:txBody>
      </p:sp>
      <p:cxnSp>
        <p:nvCxnSpPr>
          <p:cNvPr id="16" name="Прямая соединительная линия 7"/>
          <p:cNvCxnSpPr>
            <a:cxnSpLocks/>
          </p:cNvCxnSpPr>
          <p:nvPr/>
        </p:nvCxnSpPr>
        <p:spPr bwMode="auto">
          <a:xfrm>
            <a:off x="560401" y="4966868"/>
            <a:ext cx="4401398" cy="2859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7"/>
          <p:cNvCxnSpPr>
            <a:cxnSpLocks/>
          </p:cNvCxnSpPr>
          <p:nvPr/>
        </p:nvCxnSpPr>
        <p:spPr bwMode="auto">
          <a:xfrm>
            <a:off x="573849" y="2978677"/>
            <a:ext cx="4401398" cy="2859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 bwMode="auto">
          <a:xfrm>
            <a:off x="573849" y="3111107"/>
            <a:ext cx="1354539" cy="707886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Tx/>
              <a:buNone/>
              <a:defRPr/>
            </a:pPr>
            <a:r>
              <a:rPr lang="ru-RU" sz="1400" b="0" i="0" u="none" strike="noStrike" cap="none" spc="0">
                <a:ln>
                  <a:noFill/>
                </a:ln>
                <a:solidFill>
                  <a:srgbClr val="0077FF"/>
                </a:solidFill>
                <a:latin typeface="SF Pro Text Light"/>
                <a:ea typeface="Arial"/>
                <a:cs typeface="Arial"/>
              </a:rPr>
              <a:t>Метрика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Tx/>
              <a:buNone/>
              <a:defRPr/>
            </a:pPr>
            <a:endParaRPr lang="ru-RU" sz="800" b="0" i="0" u="none" strike="noStrike" cap="none" spc="0">
              <a:ln>
                <a:noFill/>
              </a:ln>
              <a:solidFill>
                <a:srgbClr val="0077FF"/>
              </a:solidFill>
              <a:latin typeface="SF Pro Text Light"/>
              <a:ea typeface="Arial"/>
              <a:cs typeface="Arial"/>
            </a:endParaRPr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 typeface="Arial"/>
              <a:buChar char="•"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SF Pro Text Light"/>
                <a:ea typeface="Arial"/>
                <a:cs typeface="Arial"/>
              </a:rPr>
              <a:t>Метрика 1</a:t>
            </a:r>
            <a:endParaRPr/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 typeface="Arial"/>
              <a:buChar char="•"/>
              <a:defRPr/>
            </a:pPr>
            <a:r>
              <a:rPr lang="ru-RU" sz="1200">
                <a:solidFill>
                  <a:srgbClr val="000000"/>
                </a:solidFill>
                <a:latin typeface="SF Pro Text Light"/>
              </a:rPr>
              <a:t>Метрика 2</a:t>
            </a:r>
            <a:endParaRPr/>
          </a:p>
        </p:txBody>
      </p:sp>
      <p:sp>
        <p:nvSpPr>
          <p:cNvPr id="13" name="TextBox 12"/>
          <p:cNvSpPr txBox="1"/>
          <p:nvPr/>
        </p:nvSpPr>
        <p:spPr bwMode="auto">
          <a:xfrm>
            <a:off x="3098586" y="3138088"/>
            <a:ext cx="1681993" cy="892552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Tx/>
              <a:buNone/>
              <a:defRPr/>
            </a:pPr>
            <a:r>
              <a:rPr lang="ru-RU" sz="1400" b="0" i="0" u="none" strike="noStrike" cap="none" spc="0">
                <a:ln>
                  <a:noFill/>
                </a:ln>
                <a:solidFill>
                  <a:srgbClr val="0077FF"/>
                </a:solidFill>
                <a:latin typeface="SF Pro Text Light"/>
                <a:ea typeface="Arial"/>
                <a:cs typeface="Arial"/>
              </a:rPr>
              <a:t>Контр метрики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Tx/>
              <a:buNone/>
              <a:defRPr/>
            </a:pPr>
            <a:endParaRPr lang="ru-RU" sz="800" b="0" i="0" u="none" strike="noStrike" cap="none" spc="0">
              <a:ln>
                <a:noFill/>
              </a:ln>
              <a:solidFill>
                <a:srgbClr val="0077FF"/>
              </a:solidFill>
              <a:latin typeface="SF Pro Text Light"/>
              <a:ea typeface="Arial"/>
              <a:cs typeface="Arial"/>
            </a:endParaRPr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 typeface="Arial"/>
              <a:buChar char="•"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SF Pro Text Light"/>
                <a:ea typeface="Arial"/>
                <a:cs typeface="Arial"/>
              </a:rPr>
              <a:t>Метрика 1</a:t>
            </a:r>
            <a:endParaRPr/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 typeface="Arial"/>
              <a:buChar char="•"/>
              <a:defRPr/>
            </a:pPr>
            <a:r>
              <a:rPr lang="ru-RU" sz="1200">
                <a:solidFill>
                  <a:srgbClr val="000000"/>
                </a:solidFill>
                <a:latin typeface="SF Pro Text Light"/>
              </a:rPr>
              <a:t>Метрика 2</a:t>
            </a:r>
            <a:endParaRPr/>
          </a:p>
          <a:p>
            <a:pPr marL="171450" indent="-171450">
              <a:buClr>
                <a:srgbClr val="0077FF"/>
              </a:buClr>
              <a:buFont typeface="Arial"/>
              <a:buChar char="•"/>
              <a:defRPr/>
            </a:pPr>
            <a:r>
              <a:rPr lang="ru-RU" sz="1200">
                <a:solidFill>
                  <a:srgbClr val="000000"/>
                </a:solidFill>
                <a:latin typeface="SF Pro Text Light"/>
              </a:rPr>
              <a:t>Метрика 3</a:t>
            </a:r>
            <a:endParaRPr/>
          </a:p>
        </p:txBody>
      </p:sp>
      <p:cxnSp>
        <p:nvCxnSpPr>
          <p:cNvPr id="15" name="Прямая соединительная линия 7"/>
          <p:cNvCxnSpPr>
            <a:cxnSpLocks/>
          </p:cNvCxnSpPr>
          <p:nvPr/>
        </p:nvCxnSpPr>
        <p:spPr bwMode="auto">
          <a:xfrm flipH="1">
            <a:off x="2761100" y="3183514"/>
            <a:ext cx="13311" cy="1578609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 bwMode="auto">
          <a:xfrm>
            <a:off x="560401" y="3983239"/>
            <a:ext cx="1354539" cy="707886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Tx/>
              <a:buNone/>
              <a:defRPr/>
            </a:pPr>
            <a:r>
              <a:rPr lang="ru-RU" sz="1400" b="0" i="0" u="none" strike="noStrike" cap="none" spc="0">
                <a:ln>
                  <a:noFill/>
                </a:ln>
                <a:solidFill>
                  <a:srgbClr val="0077FF"/>
                </a:solidFill>
                <a:latin typeface="SF Pro Text Light"/>
                <a:ea typeface="Arial"/>
                <a:cs typeface="Arial"/>
              </a:rPr>
              <a:t>Прокси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Tx/>
              <a:buNone/>
              <a:defRPr/>
            </a:pPr>
            <a:endParaRPr lang="ru-RU" sz="800" b="0" i="0" u="none" strike="noStrike" cap="none" spc="0">
              <a:ln>
                <a:noFill/>
              </a:ln>
              <a:solidFill>
                <a:srgbClr val="0077FF"/>
              </a:solidFill>
              <a:latin typeface="SF Pro Text Light"/>
              <a:ea typeface="Arial"/>
              <a:cs typeface="Arial"/>
            </a:endParaRPr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 typeface="Arial"/>
              <a:buChar char="•"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SF Pro Text Light"/>
                <a:ea typeface="Arial"/>
                <a:cs typeface="Arial"/>
              </a:rPr>
              <a:t>Метрика 1</a:t>
            </a:r>
            <a:endParaRPr/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 typeface="Arial"/>
              <a:buChar char="•"/>
              <a:defRPr/>
            </a:pPr>
            <a:r>
              <a:rPr lang="ru-RU" sz="1200">
                <a:solidFill>
                  <a:srgbClr val="000000"/>
                </a:solidFill>
                <a:latin typeface="SF Pro Text Light"/>
              </a:rPr>
              <a:t>Метрика 2</a:t>
            </a:r>
            <a:endParaRPr/>
          </a:p>
        </p:txBody>
      </p:sp>
      <p:sp>
        <p:nvSpPr>
          <p:cNvPr id="25" name="TextBox 24"/>
          <p:cNvSpPr txBox="1"/>
          <p:nvPr/>
        </p:nvSpPr>
        <p:spPr bwMode="auto">
          <a:xfrm>
            <a:off x="573849" y="5159704"/>
            <a:ext cx="4401125" cy="430887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>
              <a:buClr>
                <a:srgbClr val="0077FF"/>
              </a:buClr>
              <a:defRPr/>
            </a:pPr>
            <a:r>
              <a:rPr lang="ru-RU" sz="1400">
                <a:solidFill>
                  <a:srgbClr val="0077FF"/>
                </a:solidFill>
                <a:latin typeface="SF Pro Text Light"/>
              </a:rPr>
              <a:t>Решение: </a:t>
            </a:r>
            <a:r>
              <a:rPr lang="ru-RU" sz="1400">
                <a:latin typeface="SF Pro Text Light"/>
              </a:rPr>
              <a:t>как будем принимать решение по итогам А/Б-теста или другого типа эксперимента. </a:t>
            </a:r>
            <a:endParaRPr lang="ru-RU" sz="800" b="0" i="0" u="none" strike="noStrike" cap="none" spc="0">
              <a:ln>
                <a:noFill/>
              </a:ln>
              <a:latin typeface="SF Pro Text Light"/>
              <a:ea typeface="Arial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54510" y="1209395"/>
            <a:ext cx="6145708" cy="4993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lang="ru-RU" sz="1400" b="1">
                <a:latin typeface="VK Sans Display Medium"/>
                <a:cs typeface="Arial"/>
              </a:rPr>
              <a:t>Аудитория</a:t>
            </a:r>
            <a:endParaRPr/>
          </a:p>
          <a:p>
            <a:pPr marL="285750" indent="-285750">
              <a:lnSpc>
                <a:spcPct val="110000"/>
              </a:lnSpc>
              <a:spcAft>
                <a:spcPts val="600"/>
              </a:spcAft>
              <a:buFont typeface="Wingdings"/>
              <a:buChar char="§"/>
              <a:defRPr/>
            </a:pPr>
            <a:r>
              <a:rPr lang="ru-RU" sz="1400" b="0" i="0">
                <a:cs typeface="Arial"/>
              </a:rPr>
              <a:t>Описываем размер и сегмент аудиторию (</a:t>
            </a:r>
            <a:r>
              <a:rPr lang="en" sz="1400" b="0" i="0">
                <a:cs typeface="Arial"/>
              </a:rPr>
              <a:t>DAU </a:t>
            </a:r>
            <a:r>
              <a:rPr lang="ru-RU" sz="1400" b="0" i="0">
                <a:cs typeface="Arial"/>
              </a:rPr>
              <a:t>и доля от всех пользователей)</a:t>
            </a:r>
            <a:endParaRPr/>
          </a:p>
          <a:p>
            <a:pPr>
              <a:lnSpc>
                <a:spcPct val="110000"/>
              </a:lnSpc>
              <a:spcAft>
                <a:spcPts val="600"/>
              </a:spcAft>
              <a:defRPr/>
            </a:pPr>
            <a:endParaRPr lang="ru-RU" sz="1000">
              <a:cs typeface="Arial"/>
            </a:endParaRPr>
          </a:p>
          <a:p>
            <a:pPr>
              <a:lnSpc>
                <a:spcPct val="110000"/>
              </a:lnSpc>
              <a:spcAft>
                <a:spcPts val="600"/>
              </a:spcAft>
              <a:defRPr/>
            </a:pPr>
            <a:r>
              <a:rPr lang="ru-RU" sz="1400" b="1">
                <a:latin typeface="VK Sans Display Medium"/>
                <a:cs typeface="Arial"/>
              </a:rPr>
              <a:t>Сигналы</a:t>
            </a:r>
            <a:endParaRPr/>
          </a:p>
          <a:p>
            <a:pPr marL="285750" indent="-285750" algn="l">
              <a:spcBef>
                <a:spcPts val="750"/>
              </a:spcBef>
              <a:buFont typeface="Wingdings"/>
              <a:buChar char="§"/>
              <a:defRPr/>
            </a:pPr>
            <a:r>
              <a:rPr lang="ru-RU" sz="1400" b="0" i="0">
                <a:solidFill>
                  <a:srgbClr val="172B4D"/>
                </a:solidFill>
              </a:rPr>
              <a:t>Перед тем как начинать </a:t>
            </a:r>
            <a:r>
              <a:rPr lang="en" sz="1400" b="0" i="0">
                <a:solidFill>
                  <a:srgbClr val="172B4D"/>
                </a:solidFill>
              </a:rPr>
              <a:t>disco </a:t>
            </a:r>
            <a:r>
              <a:rPr lang="ru-RU" sz="1400" b="0" i="0">
                <a:solidFill>
                  <a:srgbClr val="172B4D"/>
                </a:solidFill>
              </a:rPr>
              <a:t>необходимо убедиться, что будем решать реальную проблему, а не выдуманную, потому что показалось </a:t>
            </a:r>
            <a:endParaRPr/>
          </a:p>
          <a:p>
            <a:pPr marL="285750" indent="-285750" algn="l">
              <a:spcBef>
                <a:spcPts val="750"/>
              </a:spcBef>
              <a:buFont typeface="Wingdings"/>
              <a:buChar char="§"/>
              <a:defRPr/>
            </a:pPr>
            <a:r>
              <a:rPr lang="ru-RU" sz="1400" b="0" i="0">
                <a:solidFill>
                  <a:srgbClr val="172B4D"/>
                </a:solidFill>
              </a:rPr>
              <a:t>Подойдут количественные подтверждения, обращения в саппорт, тесты, аналитические </a:t>
            </a:r>
            <a:r>
              <a:rPr lang="ru-RU" sz="1400" b="0" i="0">
                <a:solidFill>
                  <a:srgbClr val="172B4D"/>
                </a:solidFill>
              </a:rPr>
              <a:t>ресерчи</a:t>
            </a:r>
            <a:r>
              <a:rPr lang="ru-RU" sz="1400" b="0" i="0">
                <a:solidFill>
                  <a:srgbClr val="172B4D"/>
                </a:solidFill>
              </a:rPr>
              <a:t>, результаты исследования и т.д.</a:t>
            </a:r>
            <a:endParaRPr/>
          </a:p>
          <a:p>
            <a:pPr marL="285750" indent="-285750" algn="l">
              <a:spcBef>
                <a:spcPts val="750"/>
              </a:spcBef>
              <a:buFont typeface="Wingdings"/>
              <a:buChar char="§"/>
              <a:defRPr/>
            </a:pPr>
            <a:r>
              <a:rPr lang="ru-RU" sz="1400" b="0" i="0">
                <a:solidFill>
                  <a:srgbClr val="172B4D"/>
                </a:solidFill>
              </a:rPr>
              <a:t>Все качественные исследования должны быть обязательно подтверждены количественно (опрос, </a:t>
            </a:r>
            <a:r>
              <a:rPr lang="ru-RU" sz="1400" b="0" i="0">
                <a:solidFill>
                  <a:srgbClr val="172B4D"/>
                </a:solidFill>
              </a:rPr>
              <a:t>немодеры</a:t>
            </a:r>
            <a:r>
              <a:rPr lang="ru-RU" sz="1400" b="0" i="0">
                <a:solidFill>
                  <a:srgbClr val="172B4D"/>
                </a:solidFill>
              </a:rPr>
              <a:t>, аналитическое исследование, похожие тесты других команд)</a:t>
            </a:r>
            <a:endParaRPr lang="ru-RU" sz="1400" b="1">
              <a:latin typeface="VK Sans Display Medium"/>
              <a:cs typeface="Arial"/>
            </a:endParaRPr>
          </a:p>
          <a:p>
            <a:pPr>
              <a:lnSpc>
                <a:spcPct val="110000"/>
              </a:lnSpc>
              <a:spcAft>
                <a:spcPts val="600"/>
              </a:spcAft>
              <a:defRPr/>
            </a:pPr>
            <a:endParaRPr lang="ru-RU" sz="1000" b="1">
              <a:latin typeface="VK Sans Display Medium"/>
              <a:cs typeface="Arial"/>
            </a:endParaRPr>
          </a:p>
          <a:p>
            <a:pPr>
              <a:lnSpc>
                <a:spcPct val="110000"/>
              </a:lnSpc>
              <a:spcAft>
                <a:spcPts val="600"/>
              </a:spcAft>
              <a:defRPr/>
            </a:pPr>
            <a:r>
              <a:rPr lang="ru-RU" sz="1400" b="1">
                <a:latin typeface="VK Sans Display Medium"/>
                <a:cs typeface="Arial"/>
              </a:rPr>
              <a:t>Проблема</a:t>
            </a:r>
            <a:endParaRPr/>
          </a:p>
          <a:p>
            <a:pPr marL="285750" indent="-285750" algn="l">
              <a:spcBef>
                <a:spcPts val="750"/>
              </a:spcBef>
              <a:buFont typeface="Wingdings"/>
              <a:buChar char="§"/>
              <a:defRPr/>
            </a:pPr>
            <a:r>
              <a:rPr lang="ru-RU" sz="1400" b="0" i="0">
                <a:solidFill>
                  <a:srgbClr val="172B4D"/>
                </a:solidFill>
              </a:rPr>
              <a:t>Описывает проблему или потребность пользователя, бизнеса, команды</a:t>
            </a:r>
            <a:endParaRPr/>
          </a:p>
        </p:txBody>
      </p:sp>
      <p:pic>
        <p:nvPicPr>
          <p:cNvPr id="14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0184602" y="317926"/>
            <a:ext cx="1515616" cy="466503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>
            <a:cxnSpLocks/>
          </p:cNvCxnSpPr>
          <p:nvPr/>
        </p:nvCxnSpPr>
        <p:spPr bwMode="auto">
          <a:xfrm>
            <a:off x="5596128" y="822850"/>
            <a:ext cx="6062471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 bwMode="auto">
          <a:xfrm>
            <a:off x="381375" y="317926"/>
            <a:ext cx="4071752" cy="556145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ru-RU" sz="3200" b="1">
                <a:latin typeface="Arial"/>
                <a:cs typeface="Arial"/>
              </a:rPr>
              <a:t>Решение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1627632" y="1481328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endParaRPr lang="ru-RU" sz="1600"/>
          </a:p>
        </p:txBody>
      </p:sp>
      <p:sp>
        <p:nvSpPr>
          <p:cNvPr id="13" name="TextBox 12"/>
          <p:cNvSpPr txBox="1"/>
          <p:nvPr/>
        </p:nvSpPr>
        <p:spPr bwMode="auto">
          <a:xfrm>
            <a:off x="381375" y="1159661"/>
            <a:ext cx="4967865" cy="1630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r>
              <a:rPr lang="ru-RU" sz="1600">
                <a:cs typeface="Arial"/>
              </a:rPr>
              <a:t>Ключевой тезис, описывающий решение.</a:t>
            </a:r>
            <a:endParaRPr/>
          </a:p>
          <a:p>
            <a:pPr marL="285750" indent="-285750" algn="l">
              <a:spcBef>
                <a:spcPts val="750"/>
              </a:spcBef>
              <a:buFont typeface="Wingdings"/>
              <a:buChar char="§"/>
              <a:defRPr/>
            </a:pPr>
            <a:r>
              <a:rPr lang="ru-RU" sz="1600" b="0" i="0"/>
              <a:t>Перечисли основные </a:t>
            </a:r>
            <a:r>
              <a:rPr lang="en-US" sz="1600" b="0" i="0"/>
              <a:t>user </a:t>
            </a:r>
            <a:r>
              <a:rPr lang="ru-RU" sz="1600" b="0" i="0"/>
              <a:t>кейсы или на</a:t>
            </a:r>
            <a:r>
              <a:rPr lang="ru-RU" sz="1600"/>
              <a:t>бор ключевых продуктовых требований</a:t>
            </a:r>
            <a:endParaRPr lang="ru-RU" sz="1600" b="0" i="0"/>
          </a:p>
          <a:p>
            <a:pPr marL="285750" indent="-285750" algn="l">
              <a:spcBef>
                <a:spcPts val="750"/>
              </a:spcBef>
              <a:buFont typeface="Wingdings"/>
              <a:buChar char="§"/>
              <a:defRPr/>
            </a:pPr>
            <a:r>
              <a:rPr lang="ru-RU" sz="1600" b="0" i="0"/>
              <a:t>Если изменение большое или сложно интерпретируемое, то его лучше визуализировать</a:t>
            </a:r>
            <a:endParaRPr lang="en" sz="1600" b="0" i="0"/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0142984" y="294994"/>
            <a:ext cx="1515616" cy="466503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>
            <a:cxnSpLocks/>
          </p:cNvCxnSpPr>
          <p:nvPr/>
        </p:nvCxnSpPr>
        <p:spPr bwMode="auto">
          <a:xfrm>
            <a:off x="5596128" y="822850"/>
            <a:ext cx="6062471" cy="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 bwMode="auto">
          <a:xfrm>
            <a:off x="381375" y="317926"/>
            <a:ext cx="4071752" cy="556145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spcAft>
                <a:spcPts val="600"/>
              </a:spcAft>
              <a:defRPr/>
            </a:pPr>
            <a:r>
              <a:rPr lang="ru-RU" sz="3200" b="1">
                <a:latin typeface="Arial"/>
                <a:cs typeface="Arial"/>
              </a:rPr>
              <a:t>Оценка решения</a:t>
            </a:r>
            <a:endParaRPr/>
          </a:p>
        </p:txBody>
      </p:sp>
      <p:sp>
        <p:nvSpPr>
          <p:cNvPr id="9" name="TextBox 8"/>
          <p:cNvSpPr txBox="1"/>
          <p:nvPr/>
        </p:nvSpPr>
        <p:spPr bwMode="auto">
          <a:xfrm>
            <a:off x="1627632" y="1481328"/>
            <a:ext cx="914400" cy="914400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endParaRPr lang="ru-RU" sz="1600"/>
          </a:p>
        </p:txBody>
      </p:sp>
      <p:sp>
        <p:nvSpPr>
          <p:cNvPr id="2" name="TextBox 1"/>
          <p:cNvSpPr txBox="1"/>
          <p:nvPr/>
        </p:nvSpPr>
        <p:spPr bwMode="auto">
          <a:xfrm>
            <a:off x="1800585" y="1473375"/>
            <a:ext cx="739222" cy="975959"/>
          </a:xfrm>
          <a:prstGeom prst="rect">
            <a:avLst/>
          </a:prstGeom>
          <a:noFill/>
        </p:spPr>
        <p:txBody>
          <a:bodyPr wrap="none" lIns="36000" tIns="36000" rIns="36000" bIns="36000" rtlCol="0">
            <a:no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  <a:defRPr/>
            </a:pPr>
            <a:endParaRPr lang="ru-RU" sz="1600"/>
          </a:p>
        </p:txBody>
      </p:sp>
      <p:sp>
        <p:nvSpPr>
          <p:cNvPr id="3" name="Rectangle: Rounded Corners 17"/>
          <p:cNvSpPr/>
          <p:nvPr/>
        </p:nvSpPr>
        <p:spPr bwMode="auto">
          <a:xfrm>
            <a:off x="381375" y="1038317"/>
            <a:ext cx="4759451" cy="5136143"/>
          </a:xfrm>
          <a:prstGeom prst="roundRect">
            <a:avLst>
              <a:gd name="adj" fmla="val 3161"/>
            </a:avLst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ru-RU" sz="1400" b="1" i="0" u="none" strike="noStrike" cap="none" spc="0">
              <a:ln>
                <a:noFill/>
              </a:ln>
              <a:solidFill>
                <a:srgbClr val="000000"/>
              </a:solidFill>
              <a:latin typeface="SF Pro Text Light"/>
              <a:ea typeface="Arial"/>
              <a:cs typeface="Arial"/>
            </a:endParaRPr>
          </a:p>
        </p:txBody>
      </p:sp>
      <p:sp>
        <p:nvSpPr>
          <p:cNvPr id="6" name="TextBox 5"/>
          <p:cNvSpPr txBox="1"/>
          <p:nvPr/>
        </p:nvSpPr>
        <p:spPr bwMode="auto">
          <a:xfrm>
            <a:off x="578673" y="1343184"/>
            <a:ext cx="3020509" cy="293533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defRPr/>
            </a:pPr>
            <a:r>
              <a:rPr lang="ru-RU" sz="1400" b="1" i="0" u="none" strike="noStrike" cap="none" spc="0">
                <a:ln>
                  <a:noFill/>
                </a:ln>
                <a:solidFill>
                  <a:srgbClr val="0077FF"/>
                </a:solidFill>
                <a:latin typeface="SF Pro Text"/>
                <a:ea typeface="SF Pro Text"/>
                <a:cs typeface="Arial"/>
              </a:rPr>
              <a:t>Примерная оценка</a:t>
            </a:r>
            <a:endParaRPr/>
          </a:p>
        </p:txBody>
      </p:sp>
      <p:cxnSp>
        <p:nvCxnSpPr>
          <p:cNvPr id="7" name="Прямая соединительная линия 7"/>
          <p:cNvCxnSpPr>
            <a:cxnSpLocks/>
          </p:cNvCxnSpPr>
          <p:nvPr/>
        </p:nvCxnSpPr>
        <p:spPr bwMode="auto">
          <a:xfrm>
            <a:off x="578672" y="1711266"/>
            <a:ext cx="440112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 bwMode="auto">
          <a:xfrm>
            <a:off x="573849" y="1859857"/>
            <a:ext cx="4401125" cy="892552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Tx/>
              <a:buNone/>
              <a:defRPr/>
            </a:pPr>
            <a:r>
              <a:rPr lang="ru-RU" sz="1400" b="0" i="0" u="none" strike="noStrike" cap="none" spc="0">
                <a:ln>
                  <a:noFill/>
                </a:ln>
                <a:solidFill>
                  <a:srgbClr val="0077FF"/>
                </a:solidFill>
                <a:latin typeface="SF Pro Text Light"/>
                <a:ea typeface="Arial"/>
                <a:cs typeface="Arial"/>
              </a:rPr>
              <a:t>Оценка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Tx/>
              <a:buNone/>
              <a:defRPr/>
            </a:pPr>
            <a:endParaRPr lang="ru-RU" sz="800" b="0" i="0" u="none" strike="noStrike" cap="none" spc="0">
              <a:ln>
                <a:noFill/>
              </a:ln>
              <a:solidFill>
                <a:srgbClr val="0077FF"/>
              </a:solidFill>
              <a:latin typeface="SF Pro Text Light"/>
              <a:ea typeface="Arial"/>
              <a:cs typeface="Arial"/>
            </a:endParaRPr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 typeface="Arial"/>
              <a:buChar char="•"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SF Pro Text Light"/>
                <a:ea typeface="Arial"/>
                <a:cs typeface="Arial"/>
              </a:rPr>
              <a:t>Дизайн</a:t>
            </a:r>
            <a:r>
              <a:rPr lang="ru-RU" sz="1200">
                <a:solidFill>
                  <a:srgbClr val="000000"/>
                </a:solidFill>
                <a:latin typeface="SF Pro Text Light"/>
              </a:rPr>
              <a:t>: 2 </a:t>
            </a:r>
            <a:r>
              <a:rPr lang="ru-RU" sz="1200">
                <a:solidFill>
                  <a:srgbClr val="000000"/>
                </a:solidFill>
                <a:latin typeface="SF Pro Text Light"/>
              </a:rPr>
              <a:t>нед</a:t>
            </a:r>
            <a:endParaRPr lang="ru-RU" sz="1200">
              <a:solidFill>
                <a:srgbClr val="000000"/>
              </a:solidFill>
              <a:latin typeface="SF Pro Text Light"/>
            </a:endParaRPr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 typeface="Arial"/>
              <a:buChar char="•"/>
              <a:defRPr/>
            </a:pPr>
            <a:r>
              <a:rPr lang="en-US" sz="1200">
                <a:solidFill>
                  <a:srgbClr val="000000"/>
                </a:solidFill>
                <a:latin typeface="SF Pro Text Light"/>
              </a:rPr>
              <a:t>UX</a:t>
            </a:r>
            <a:r>
              <a:rPr lang="ru-RU" sz="1200">
                <a:solidFill>
                  <a:srgbClr val="000000"/>
                </a:solidFill>
                <a:latin typeface="SF Pro Text Light"/>
              </a:rPr>
              <a:t> тест: 3 </a:t>
            </a:r>
            <a:r>
              <a:rPr lang="ru-RU" sz="1200">
                <a:solidFill>
                  <a:srgbClr val="000000"/>
                </a:solidFill>
                <a:latin typeface="SF Pro Text Light"/>
              </a:rPr>
              <a:t>нед</a:t>
            </a:r>
            <a:endParaRPr lang="ru-RU" sz="1200">
              <a:solidFill>
                <a:srgbClr val="000000"/>
              </a:solidFill>
              <a:latin typeface="SF Pro Text Light"/>
            </a:endParaRPr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 typeface="Arial"/>
              <a:buChar char="•"/>
              <a:defRPr/>
            </a:pPr>
            <a:r>
              <a:rPr lang="ru-RU" sz="1200">
                <a:solidFill>
                  <a:srgbClr val="000000"/>
                </a:solidFill>
                <a:latin typeface="SF Pro Text Light"/>
              </a:rPr>
              <a:t>Разработка: 8 </a:t>
            </a:r>
            <a:r>
              <a:rPr lang="ru-RU" sz="1200">
                <a:solidFill>
                  <a:srgbClr val="000000"/>
                </a:solidFill>
                <a:latin typeface="SF Pro Text Light"/>
              </a:rPr>
              <a:t>нед</a:t>
            </a:r>
            <a:endParaRPr lang="ru-RU" sz="1200">
              <a:solidFill>
                <a:srgbClr val="000000"/>
              </a:solidFill>
              <a:latin typeface="SF Pro Text Light"/>
            </a:endParaRPr>
          </a:p>
        </p:txBody>
      </p:sp>
      <p:cxnSp>
        <p:nvCxnSpPr>
          <p:cNvPr id="16" name="Прямая соединительная линия 7"/>
          <p:cNvCxnSpPr>
            <a:cxnSpLocks/>
          </p:cNvCxnSpPr>
          <p:nvPr/>
        </p:nvCxnSpPr>
        <p:spPr bwMode="auto">
          <a:xfrm>
            <a:off x="560401" y="4537237"/>
            <a:ext cx="4401398" cy="2859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7"/>
          <p:cNvCxnSpPr>
            <a:cxnSpLocks/>
          </p:cNvCxnSpPr>
          <p:nvPr/>
        </p:nvCxnSpPr>
        <p:spPr bwMode="auto">
          <a:xfrm>
            <a:off x="573849" y="2978677"/>
            <a:ext cx="4401398" cy="28590"/>
          </a:xfrm>
          <a:prstGeom prst="line">
            <a:avLst/>
          </a:prstGeom>
          <a:ln w="952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 bwMode="auto">
          <a:xfrm>
            <a:off x="573848" y="3111107"/>
            <a:ext cx="4401125" cy="1261883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Tx/>
              <a:buNone/>
              <a:defRPr/>
            </a:pPr>
            <a:r>
              <a:rPr lang="ru-RU" sz="1400" b="0" i="0" u="none" strike="noStrike" cap="none" spc="0">
                <a:ln>
                  <a:noFill/>
                </a:ln>
                <a:solidFill>
                  <a:srgbClr val="0077FF"/>
                </a:solidFill>
                <a:latin typeface="SF Pro Text Light"/>
                <a:ea typeface="Arial"/>
                <a:cs typeface="Arial"/>
              </a:rPr>
              <a:t>Риски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Tx/>
              <a:buNone/>
              <a:defRPr/>
            </a:pPr>
            <a:endParaRPr lang="ru-RU" sz="800" b="0" i="0" u="none" strike="noStrike" cap="none" spc="0">
              <a:ln>
                <a:noFill/>
              </a:ln>
              <a:solidFill>
                <a:srgbClr val="0077FF"/>
              </a:solidFill>
              <a:latin typeface="SF Pro Text Light"/>
              <a:ea typeface="Arial"/>
              <a:cs typeface="Arial"/>
            </a:endParaRPr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 typeface="Arial"/>
              <a:buChar char="•"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SF Pro Text Light"/>
                <a:ea typeface="Arial"/>
                <a:cs typeface="Arial"/>
              </a:rPr>
              <a:t>Список компонентов, с которыми ранее команда не работала </a:t>
            </a:r>
            <a:endParaRPr lang="ru-RU" sz="1200">
              <a:solidFill>
                <a:srgbClr val="000000"/>
              </a:solidFill>
              <a:latin typeface="SF Pro Text Light"/>
            </a:endParaRPr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 typeface="Arial"/>
              <a:buChar char="•"/>
              <a:defRPr/>
            </a:pPr>
            <a:r>
              <a:rPr lang="ru-RU" sz="1200">
                <a:solidFill>
                  <a:srgbClr val="000000"/>
                </a:solidFill>
                <a:latin typeface="SF Pro Text Light"/>
              </a:rPr>
              <a:t>Требуется перевод компонентов на </a:t>
            </a:r>
            <a:r>
              <a:rPr lang="en-US" sz="1200">
                <a:solidFill>
                  <a:srgbClr val="000000"/>
                </a:solidFill>
                <a:latin typeface="SF Pro Text Light"/>
              </a:rPr>
              <a:t>SPA</a:t>
            </a:r>
            <a:endParaRPr/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 typeface="Arial"/>
              <a:buChar char="•"/>
              <a:defRPr/>
            </a:pPr>
            <a:r>
              <a:rPr lang="ru-RU" sz="1200">
                <a:solidFill>
                  <a:srgbClr val="000000"/>
                </a:solidFill>
                <a:latin typeface="SF Pro Text Light"/>
              </a:rPr>
              <a:t>Вообще может быть что-угодно, поговорите с разработкой обязательно</a:t>
            </a:r>
            <a:endParaRPr/>
          </a:p>
        </p:txBody>
      </p:sp>
      <p:sp>
        <p:nvSpPr>
          <p:cNvPr id="48" name="TextBox 47"/>
          <p:cNvSpPr txBox="1"/>
          <p:nvPr/>
        </p:nvSpPr>
        <p:spPr bwMode="auto">
          <a:xfrm>
            <a:off x="573848" y="4720040"/>
            <a:ext cx="4401125" cy="1077218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Tx/>
              <a:buNone/>
              <a:defRPr/>
            </a:pPr>
            <a:r>
              <a:rPr lang="ru-RU" sz="1400" b="0" i="0" u="none" strike="noStrike" cap="none" spc="0">
                <a:ln>
                  <a:noFill/>
                </a:ln>
                <a:solidFill>
                  <a:srgbClr val="0077FF"/>
                </a:solidFill>
                <a:latin typeface="SF Pro Text Light"/>
                <a:ea typeface="Arial"/>
                <a:cs typeface="Arial"/>
              </a:rPr>
              <a:t>Зависимости</a:t>
            </a:r>
            <a:endParaRPr/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Tx/>
              <a:buNone/>
              <a:defRPr/>
            </a:pPr>
            <a:endParaRPr lang="ru-RU" sz="800" b="0" i="0" u="none" strike="noStrike" cap="none" spc="0">
              <a:ln>
                <a:noFill/>
              </a:ln>
              <a:solidFill>
                <a:srgbClr val="0077FF"/>
              </a:solidFill>
              <a:latin typeface="SF Pro Text Light"/>
              <a:ea typeface="Arial"/>
              <a:cs typeface="Arial"/>
            </a:endParaRPr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 typeface="Arial"/>
              <a:buChar char="•"/>
              <a:defRPr/>
            </a:pPr>
            <a:r>
              <a:rPr lang="ru-RU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SF Pro Text Light"/>
                <a:ea typeface="Arial"/>
                <a:cs typeface="Arial"/>
              </a:rPr>
              <a:t>Лента: укажите, как изменение </a:t>
            </a:r>
            <a:r>
              <a:rPr lang="ru-RU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SF Pro Text Light"/>
                <a:ea typeface="Arial"/>
                <a:cs typeface="Arial"/>
              </a:rPr>
              <a:t>аффектит</a:t>
            </a:r>
            <a:r>
              <a:rPr lang="ru-RU" sz="1200" b="0" i="0" u="none" strike="noStrike" cap="none" spc="0">
                <a:ln>
                  <a:noFill/>
                </a:ln>
                <a:solidFill>
                  <a:srgbClr val="000000"/>
                </a:solidFill>
                <a:latin typeface="SF Pro Text Light"/>
                <a:ea typeface="Arial"/>
                <a:cs typeface="Arial"/>
              </a:rPr>
              <a:t> на ленту, например, меняется точка входа в редактор ленты</a:t>
            </a:r>
            <a:endParaRPr/>
          </a:p>
          <a:p>
            <a:pPr marL="171450" marR="0" lvl="0" indent="-1714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Tx/>
              <a:buFont typeface="Arial"/>
              <a:buChar char="•"/>
              <a:defRPr/>
            </a:pPr>
            <a:r>
              <a:rPr lang="ru-RU" sz="1200">
                <a:solidFill>
                  <a:srgbClr val="000000"/>
                </a:solidFill>
                <a:latin typeface="SF Pro Text Light"/>
              </a:rPr>
              <a:t>Сообщества: изменения в ленте поменяют внешний вид ленты </a:t>
            </a:r>
            <a:r>
              <a:rPr lang="ru-RU" sz="1200">
                <a:solidFill>
                  <a:srgbClr val="000000"/>
                </a:solidFill>
                <a:latin typeface="SF Pro Text Light"/>
              </a:rPr>
              <a:t>сообещства</a:t>
            </a:r>
            <a:endParaRPr lang="ru-RU" sz="1200" b="0" i="0" u="none" strike="noStrike" cap="none" spc="0">
              <a:ln>
                <a:noFill/>
              </a:ln>
              <a:solidFill>
                <a:srgbClr val="000000"/>
              </a:solidFill>
              <a:latin typeface="SF Pro Text Light"/>
              <a:ea typeface="Arial"/>
              <a:cs typeface="Arial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0142984" y="317926"/>
            <a:ext cx="1515616" cy="466503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1_VK New Color">
  <a:themeElements>
    <a:clrScheme name="VK 2021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8024C0"/>
      </a:accent2>
      <a:accent3>
        <a:srgbClr val="FF3885"/>
      </a:accent3>
      <a:accent4>
        <a:srgbClr val="00EAFF"/>
      </a:accent4>
      <a:accent5>
        <a:srgbClr val="BEB6AE"/>
      </a:accent5>
      <a:accent6>
        <a:srgbClr val="17D685"/>
      </a:accent6>
      <a:hlink>
        <a:srgbClr val="0077FF"/>
      </a:hlink>
      <a:folHlink>
        <a:srgbClr val="A538A5"/>
      </a:folHlink>
    </a:clrScheme>
    <a:fontScheme name="VK 2020">
      <a:majorFont>
        <a:latin typeface="VK Sans Display Medium"/>
        <a:ea typeface="Arial"/>
        <a:cs typeface="Arial"/>
      </a:majorFont>
      <a:minorFont>
        <a:latin typeface="SF Pro Text Light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solidFill>
          <a:schemeClr val="tx2"/>
        </a:solidFill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 bwMode="auto">
        <a:prstGeom prst="rect">
          <a:avLst/>
        </a:prstGeom>
        <a:noFill/>
      </a:spPr>
      <a:bodyPr/>
      <a:lstStyle/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>VK New Color</Template>
  <TotalTime>0</TotalTime>
  <Words>0</Words>
  <Application>r7-office/2024.4.2.721</Application>
  <DocSecurity>0</DocSecurity>
  <PresentationFormat>Широкоэкранный</PresentationFormat>
  <Paragraphs>0</Paragraphs>
  <Slides>8</Slides>
  <Notes>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Проскурина Татьяна Сергеевна</dc:creator>
  <cp:keywords/>
  <dc:description/>
  <dc:identifier/>
  <dc:language/>
  <cp:lastModifiedBy>М-А-Р-И-Я Моргулец</cp:lastModifiedBy>
  <cp:revision>105</cp:revision>
  <dcterms:created xsi:type="dcterms:W3CDTF">2020-08-24T10:59:58Z</dcterms:created>
  <dcterms:modified xsi:type="dcterms:W3CDTF">2025-11-10T14:44:20Z</dcterms:modified>
  <cp:category/>
  <cp:contentStatus/>
  <cp:version/>
</cp:coreProperties>
</file>